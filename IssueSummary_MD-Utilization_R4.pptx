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7" r:id="rId3"/>
  </p:sldMasterIdLst>
  <p:notesMasterIdLst>
    <p:notesMasterId r:id="rId14"/>
  </p:notesMasterIdLst>
  <p:sldIdLst>
    <p:sldId id="2147483572" r:id="rId4"/>
    <p:sldId id="2147483584" r:id="rId5"/>
    <p:sldId id="2147483582" r:id="rId6"/>
    <p:sldId id="2147483576" r:id="rId7"/>
    <p:sldId id="2147483577" r:id="rId8"/>
    <p:sldId id="2147483578" r:id="rId9"/>
    <p:sldId id="2147483579" r:id="rId10"/>
    <p:sldId id="2147483581" r:id="rId11"/>
    <p:sldId id="2147483583" r:id="rId12"/>
    <p:sldId id="2147483563" r:id="rId1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F3A16-0DF7-4B22-843E-3BEA1F0B0521}" v="17" dt="2026-01-05T08:56:04.111"/>
    <p1510:client id="{A5702401-537E-449C-8DDD-2E38357EABE7}" v="53" dt="2026-01-05T07:28:07.780"/>
    <p1510:client id="{A80B3E1E-94FC-4E31-9C52-02316BBA45DD}" v="14" dt="2026-01-05T02:33:39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0" autoAdjust="0"/>
    <p:restoredTop sz="94404" autoAdjust="0"/>
  </p:normalViewPr>
  <p:slideViewPr>
    <p:cSldViewPr snapToGrid="0">
      <p:cViewPr varScale="1">
        <p:scale>
          <a:sx n="146" d="100"/>
          <a:sy n="146" d="100"/>
        </p:scale>
        <p:origin x="51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usorn Sitdhirasdr" userId="8e67ab53-f5b1-4c85-9e14-3adaa1819edc" providerId="ADAL" clId="{DD5D3379-CD27-4424-B6E2-6DF34F511267}"/>
    <pc:docChg chg="undo custSel addSld delSld modSld sldOrd">
      <pc:chgData name="Danusorn Sitdhirasdr" userId="8e67ab53-f5b1-4c85-9e14-3adaa1819edc" providerId="ADAL" clId="{DD5D3379-CD27-4424-B6E2-6DF34F511267}" dt="2026-01-06T01:49:44.953" v="10177" actId="47"/>
      <pc:docMkLst>
        <pc:docMk/>
      </pc:docMkLst>
      <pc:sldChg chg="addSp delSp modSp add mod ord">
        <pc:chgData name="Danusorn Sitdhirasdr" userId="8e67ab53-f5b1-4c85-9e14-3adaa1819edc" providerId="ADAL" clId="{DD5D3379-CD27-4424-B6E2-6DF34F511267}" dt="2026-01-05T08:21:30.411" v="9829" actId="14734"/>
        <pc:sldMkLst>
          <pc:docMk/>
          <pc:sldMk cId="3938913575" sldId="2147483563"/>
        </pc:sldMkLst>
        <pc:spChg chg="add mod">
          <ac:chgData name="Danusorn Sitdhirasdr" userId="8e67ab53-f5b1-4c85-9e14-3adaa1819edc" providerId="ADAL" clId="{DD5D3379-CD27-4424-B6E2-6DF34F511267}" dt="2025-12-18T00:56:43.654" v="4198" actId="6549"/>
          <ac:spMkLst>
            <pc:docMk/>
            <pc:sldMk cId="3938913575" sldId="2147483563"/>
            <ac:spMk id="24" creationId="{A2C8BD7C-CCA5-903D-17BD-25B71D428310}"/>
          </ac:spMkLst>
        </pc:spChg>
        <pc:graphicFrameChg chg="add mod modGraphic">
          <ac:chgData name="Danusorn Sitdhirasdr" userId="8e67ab53-f5b1-4c85-9e14-3adaa1819edc" providerId="ADAL" clId="{DD5D3379-CD27-4424-B6E2-6DF34F511267}" dt="2026-01-05T08:21:30.411" v="9829" actId="14734"/>
          <ac:graphicFrameMkLst>
            <pc:docMk/>
            <pc:sldMk cId="3938913575" sldId="2147483563"/>
            <ac:graphicFrameMk id="21" creationId="{8B5E7BFB-7908-B9A1-9816-354BE5135659}"/>
          </ac:graphicFrameMkLst>
        </pc:graphicFrameChg>
      </pc:sldChg>
      <pc:sldChg chg="modSp add mod">
        <pc:chgData name="Danusorn Sitdhirasdr" userId="8e67ab53-f5b1-4c85-9e14-3adaa1819edc" providerId="ADAL" clId="{DD5D3379-CD27-4424-B6E2-6DF34F511267}" dt="2026-01-05T09:22:23.528" v="10060" actId="14100"/>
        <pc:sldMkLst>
          <pc:docMk/>
          <pc:sldMk cId="0" sldId="2147483572"/>
        </pc:sldMkLst>
        <pc:spChg chg="mod">
          <ac:chgData name="Danusorn Sitdhirasdr" userId="8e67ab53-f5b1-4c85-9e14-3adaa1819edc" providerId="ADAL" clId="{DD5D3379-CD27-4424-B6E2-6DF34F511267}" dt="2026-01-05T07:35:51.226" v="9537" actId="1076"/>
          <ac:spMkLst>
            <pc:docMk/>
            <pc:sldMk cId="0" sldId="2147483572"/>
            <ac:spMk id="2" creationId="{00000000-0000-0000-0000-000000000000}"/>
          </ac:spMkLst>
        </pc:spChg>
        <pc:spChg chg="mod">
          <ac:chgData name="Danusorn Sitdhirasdr" userId="8e67ab53-f5b1-4c85-9e14-3adaa1819edc" providerId="ADAL" clId="{DD5D3379-CD27-4424-B6E2-6DF34F511267}" dt="2026-01-05T09:22:23.528" v="10060" actId="14100"/>
          <ac:spMkLst>
            <pc:docMk/>
            <pc:sldMk cId="0" sldId="2147483572"/>
            <ac:spMk id="3" creationId="{00000000-0000-0000-0000-000000000000}"/>
          </ac:spMkLst>
        </pc:spChg>
      </pc:sldChg>
      <pc:sldChg chg="addSp delSp modSp add del mod">
        <pc:chgData name="Danusorn Sitdhirasdr" userId="8e67ab53-f5b1-4c85-9e14-3adaa1819edc" providerId="ADAL" clId="{DD5D3379-CD27-4424-B6E2-6DF34F511267}" dt="2026-01-05T04:13:44.463" v="9024" actId="47"/>
        <pc:sldMkLst>
          <pc:docMk/>
          <pc:sldMk cId="3838015478" sldId="2147483573"/>
        </pc:sldMkLst>
        <pc:spChg chg="add del mod">
          <ac:chgData name="Danusorn Sitdhirasdr" userId="8e67ab53-f5b1-4c85-9e14-3adaa1819edc" providerId="ADAL" clId="{DD5D3379-CD27-4424-B6E2-6DF34F511267}" dt="2026-01-05T03:50:36.452" v="9021" actId="478"/>
          <ac:spMkLst>
            <pc:docMk/>
            <pc:sldMk cId="3838015478" sldId="2147483573"/>
            <ac:spMk id="2" creationId="{E655E520-CF35-1AE7-DC8C-369AB0710834}"/>
          </ac:spMkLst>
        </pc:spChg>
        <pc:spChg chg="add mod">
          <ac:chgData name="Danusorn Sitdhirasdr" userId="8e67ab53-f5b1-4c85-9e14-3adaa1819edc" providerId="ADAL" clId="{DD5D3379-CD27-4424-B6E2-6DF34F511267}" dt="2026-01-05T03:50:42.966" v="9023" actId="1076"/>
          <ac:spMkLst>
            <pc:docMk/>
            <pc:sldMk cId="3838015478" sldId="2147483573"/>
            <ac:spMk id="4" creationId="{87C1EEDD-9619-ED70-FBC9-6604CDC31109}"/>
          </ac:spMkLst>
        </pc:spChg>
        <pc:spChg chg="add mod">
          <ac:chgData name="Danusorn Sitdhirasdr" userId="8e67ab53-f5b1-4c85-9e14-3adaa1819edc" providerId="ADAL" clId="{DD5D3379-CD27-4424-B6E2-6DF34F511267}" dt="2026-01-05T03:50:42.966" v="9023" actId="1076"/>
          <ac:spMkLst>
            <pc:docMk/>
            <pc:sldMk cId="3838015478" sldId="2147483573"/>
            <ac:spMk id="6" creationId="{525C82C8-D979-899A-CE88-0E93F00B094D}"/>
          </ac:spMkLst>
        </pc:spChg>
        <pc:spChg chg="del">
          <ac:chgData name="Danusorn Sitdhirasdr" userId="8e67ab53-f5b1-4c85-9e14-3adaa1819edc" providerId="ADAL" clId="{DD5D3379-CD27-4424-B6E2-6DF34F511267}" dt="2026-01-05T03:50:39.130" v="9022" actId="478"/>
          <ac:spMkLst>
            <pc:docMk/>
            <pc:sldMk cId="3838015478" sldId="2147483573"/>
            <ac:spMk id="24" creationId="{BEF70424-AA7B-B84B-D7FD-E9C628952326}"/>
          </ac:spMkLst>
        </pc:spChg>
      </pc:sldChg>
      <pc:sldChg chg="addSp delSp modSp add del mod ord">
        <pc:chgData name="Danusorn Sitdhirasdr" userId="8e67ab53-f5b1-4c85-9e14-3adaa1819edc" providerId="ADAL" clId="{DD5D3379-CD27-4424-B6E2-6DF34F511267}" dt="2026-01-06T01:49:44.953" v="10177" actId="47"/>
        <pc:sldMkLst>
          <pc:docMk/>
          <pc:sldMk cId="4165851664" sldId="2147483575"/>
        </pc:sldMkLst>
        <pc:spChg chg="del mod">
          <ac:chgData name="Danusorn Sitdhirasdr" userId="8e67ab53-f5b1-4c85-9e14-3adaa1819edc" providerId="ADAL" clId="{DD5D3379-CD27-4424-B6E2-6DF34F511267}" dt="2026-01-06T01:47:36.359" v="10119" actId="478"/>
          <ac:spMkLst>
            <pc:docMk/>
            <pc:sldMk cId="4165851664" sldId="2147483575"/>
            <ac:spMk id="2" creationId="{3D18EFA5-63A8-4487-D724-1025B58A2159}"/>
          </ac:spMkLst>
        </pc:spChg>
        <pc:spChg chg="add del mod">
          <ac:chgData name="Danusorn Sitdhirasdr" userId="8e67ab53-f5b1-4c85-9e14-3adaa1819edc" providerId="ADAL" clId="{DD5D3379-CD27-4424-B6E2-6DF34F511267}" dt="2026-01-05T07:44:23.219" v="9541" actId="478"/>
          <ac:spMkLst>
            <pc:docMk/>
            <pc:sldMk cId="4165851664" sldId="2147483575"/>
            <ac:spMk id="4" creationId="{4426B491-DD1F-9640-15C3-3F703961D87A}"/>
          </ac:spMkLst>
        </pc:spChg>
        <pc:spChg chg="add del mod">
          <ac:chgData name="Danusorn Sitdhirasdr" userId="8e67ab53-f5b1-4c85-9e14-3adaa1819edc" providerId="ADAL" clId="{DD5D3379-CD27-4424-B6E2-6DF34F511267}" dt="2026-01-05T05:52:33.720" v="9068" actId="478"/>
          <ac:spMkLst>
            <pc:docMk/>
            <pc:sldMk cId="4165851664" sldId="2147483575"/>
            <ac:spMk id="4" creationId="{8AF7B250-03A2-995B-DE95-94F5AE2F12FD}"/>
          </ac:spMkLst>
        </pc:spChg>
        <pc:spChg chg="add del mod">
          <ac:chgData name="Danusorn Sitdhirasdr" userId="8e67ab53-f5b1-4c85-9e14-3adaa1819edc" providerId="ADAL" clId="{DD5D3379-CD27-4424-B6E2-6DF34F511267}" dt="2026-01-06T01:47:36.359" v="10119" actId="478"/>
          <ac:spMkLst>
            <pc:docMk/>
            <pc:sldMk cId="4165851664" sldId="2147483575"/>
            <ac:spMk id="5" creationId="{74EB9521-8ECB-B812-6CA6-8F7FB2A84DF0}"/>
          </ac:spMkLst>
        </pc:spChg>
        <pc:spChg chg="add del mod">
          <ac:chgData name="Danusorn Sitdhirasdr" userId="8e67ab53-f5b1-4c85-9e14-3adaa1819edc" providerId="ADAL" clId="{DD5D3379-CD27-4424-B6E2-6DF34F511267}" dt="2026-01-06T01:47:36.359" v="10119" actId="478"/>
          <ac:spMkLst>
            <pc:docMk/>
            <pc:sldMk cId="4165851664" sldId="2147483575"/>
            <ac:spMk id="6" creationId="{389D725F-EDF7-E0C7-2FE3-20411BD16059}"/>
          </ac:spMkLst>
        </pc:spChg>
        <pc:spChg chg="add del mod">
          <ac:chgData name="Danusorn Sitdhirasdr" userId="8e67ab53-f5b1-4c85-9e14-3adaa1819edc" providerId="ADAL" clId="{DD5D3379-CD27-4424-B6E2-6DF34F511267}" dt="2026-01-05T02:44:20.455" v="8416" actId="478"/>
          <ac:spMkLst>
            <pc:docMk/>
            <pc:sldMk cId="4165851664" sldId="2147483575"/>
            <ac:spMk id="7" creationId="{3427AA54-D87E-1A73-79ED-EAD90BBE35BA}"/>
          </ac:spMkLst>
        </pc:spChg>
        <pc:spChg chg="add del mod">
          <ac:chgData name="Danusorn Sitdhirasdr" userId="8e67ab53-f5b1-4c85-9e14-3adaa1819edc" providerId="ADAL" clId="{DD5D3379-CD27-4424-B6E2-6DF34F511267}" dt="2026-01-05T06:00:09.460" v="9094" actId="478"/>
          <ac:spMkLst>
            <pc:docMk/>
            <pc:sldMk cId="4165851664" sldId="2147483575"/>
            <ac:spMk id="8" creationId="{FFDA4622-2C14-D47B-A3AB-E5CB900EC202}"/>
          </ac:spMkLst>
        </pc:spChg>
        <pc:spChg chg="add del mod">
          <ac:chgData name="Danusorn Sitdhirasdr" userId="8e67ab53-f5b1-4c85-9e14-3adaa1819edc" providerId="ADAL" clId="{DD5D3379-CD27-4424-B6E2-6DF34F511267}" dt="2026-01-05T06:00:09.460" v="9094" actId="478"/>
          <ac:spMkLst>
            <pc:docMk/>
            <pc:sldMk cId="4165851664" sldId="2147483575"/>
            <ac:spMk id="9" creationId="{423BD541-5531-9797-22CE-4308B5172BEC}"/>
          </ac:spMkLst>
        </pc:spChg>
        <pc:spChg chg="add del mod">
          <ac:chgData name="Danusorn Sitdhirasdr" userId="8e67ab53-f5b1-4c85-9e14-3adaa1819edc" providerId="ADAL" clId="{DD5D3379-CD27-4424-B6E2-6DF34F511267}" dt="2026-01-05T06:00:09.460" v="9094" actId="478"/>
          <ac:spMkLst>
            <pc:docMk/>
            <pc:sldMk cId="4165851664" sldId="2147483575"/>
            <ac:spMk id="10" creationId="{BA39A568-7AF5-30B7-2C5F-CFF1BFF75DA4}"/>
          </ac:spMkLst>
        </pc:spChg>
        <pc:spChg chg="add del mod">
          <ac:chgData name="Danusorn Sitdhirasdr" userId="8e67ab53-f5b1-4c85-9e14-3adaa1819edc" providerId="ADAL" clId="{DD5D3379-CD27-4424-B6E2-6DF34F511267}" dt="2026-01-05T06:00:09.460" v="9094" actId="478"/>
          <ac:spMkLst>
            <pc:docMk/>
            <pc:sldMk cId="4165851664" sldId="2147483575"/>
            <ac:spMk id="11" creationId="{E57AC4A9-038D-7591-E8D1-263A19FDAF4C}"/>
          </ac:spMkLst>
        </pc:spChg>
        <pc:spChg chg="add del mod">
          <ac:chgData name="Danusorn Sitdhirasdr" userId="8e67ab53-f5b1-4c85-9e14-3adaa1819edc" providerId="ADAL" clId="{DD5D3379-CD27-4424-B6E2-6DF34F511267}" dt="2026-01-05T05:59:54.070" v="9092" actId="478"/>
          <ac:spMkLst>
            <pc:docMk/>
            <pc:sldMk cId="4165851664" sldId="2147483575"/>
            <ac:spMk id="12" creationId="{1C64FA36-8845-A5C2-57E1-1BC5B4D7E71E}"/>
          </ac:spMkLst>
        </pc:spChg>
        <pc:spChg chg="add del">
          <ac:chgData name="Danusorn Sitdhirasdr" userId="8e67ab53-f5b1-4c85-9e14-3adaa1819edc" providerId="ADAL" clId="{DD5D3379-CD27-4424-B6E2-6DF34F511267}" dt="2026-01-05T07:40:49.900" v="9539" actId="478"/>
          <ac:spMkLst>
            <pc:docMk/>
            <pc:sldMk cId="4165851664" sldId="2147483575"/>
            <ac:spMk id="14" creationId="{96B923C7-0A6C-5E1C-F964-44F761576047}"/>
          </ac:spMkLst>
        </pc:spChg>
        <pc:picChg chg="add del mod">
          <ac:chgData name="Danusorn Sitdhirasdr" userId="8e67ab53-f5b1-4c85-9e14-3adaa1819edc" providerId="ADAL" clId="{DD5D3379-CD27-4424-B6E2-6DF34F511267}" dt="2026-01-06T01:47:36.359" v="10119" actId="478"/>
          <ac:picMkLst>
            <pc:docMk/>
            <pc:sldMk cId="4165851664" sldId="2147483575"/>
            <ac:picMk id="3" creationId="{7ECFAB72-A08E-C3C8-F2C3-A584FA2E32D7}"/>
          </ac:picMkLst>
        </pc:picChg>
        <pc:picChg chg="del mod">
          <ac:chgData name="Danusorn Sitdhirasdr" userId="8e67ab53-f5b1-4c85-9e14-3adaa1819edc" providerId="ADAL" clId="{DD5D3379-CD27-4424-B6E2-6DF34F511267}" dt="2026-01-05T05:50:31.273" v="9045" actId="478"/>
          <ac:picMkLst>
            <pc:docMk/>
            <pc:sldMk cId="4165851664" sldId="2147483575"/>
            <ac:picMk id="5" creationId="{FE409E2D-2801-BBEB-2898-1A38A87F737F}"/>
          </ac:picMkLst>
        </pc:picChg>
      </pc:sldChg>
      <pc:sldChg chg="addSp delSp modSp add mod">
        <pc:chgData name="Danusorn Sitdhirasdr" userId="8e67ab53-f5b1-4c85-9e14-3adaa1819edc" providerId="ADAL" clId="{DD5D3379-CD27-4424-B6E2-6DF34F511267}" dt="2026-01-05T08:11:31.129" v="9693" actId="20577"/>
        <pc:sldMkLst>
          <pc:docMk/>
          <pc:sldMk cId="4164992989" sldId="2147483576"/>
        </pc:sldMkLst>
        <pc:spChg chg="add mod">
          <ac:chgData name="Danusorn Sitdhirasdr" userId="8e67ab53-f5b1-4c85-9e14-3adaa1819edc" providerId="ADAL" clId="{DD5D3379-CD27-4424-B6E2-6DF34F511267}" dt="2026-01-05T08:10:43.725" v="9690" actId="6549"/>
          <ac:spMkLst>
            <pc:docMk/>
            <pc:sldMk cId="4164992989" sldId="2147483576"/>
            <ac:spMk id="2" creationId="{C33F5F9F-5A5F-E1E4-6361-C3A062D332B2}"/>
          </ac:spMkLst>
        </pc:spChg>
        <pc:spChg chg="add mod">
          <ac:chgData name="Danusorn Sitdhirasdr" userId="8e67ab53-f5b1-4c85-9e14-3adaa1819edc" providerId="ADAL" clId="{DD5D3379-CD27-4424-B6E2-6DF34F511267}" dt="2026-01-05T08:04:42.372" v="9673" actId="20577"/>
          <ac:spMkLst>
            <pc:docMk/>
            <pc:sldMk cId="4164992989" sldId="2147483576"/>
            <ac:spMk id="3" creationId="{A4088FC6-3F62-B52F-BB26-B74497BADCDE}"/>
          </ac:spMkLst>
        </pc:spChg>
        <pc:spChg chg="add mod">
          <ac:chgData name="Danusorn Sitdhirasdr" userId="8e67ab53-f5b1-4c85-9e14-3adaa1819edc" providerId="ADAL" clId="{DD5D3379-CD27-4424-B6E2-6DF34F511267}" dt="2026-01-05T08:11:31.129" v="9693" actId="20577"/>
          <ac:spMkLst>
            <pc:docMk/>
            <pc:sldMk cId="4164992989" sldId="2147483576"/>
            <ac:spMk id="4" creationId="{1413C5A0-3759-89E7-B139-A3F78272F10B}"/>
          </ac:spMkLst>
        </pc:spChg>
        <pc:spChg chg="add del mod">
          <ac:chgData name="Danusorn Sitdhirasdr" userId="8e67ab53-f5b1-4c85-9e14-3adaa1819edc" providerId="ADAL" clId="{DD5D3379-CD27-4424-B6E2-6DF34F511267}" dt="2026-01-05T06:02:42.445" v="9109" actId="478"/>
          <ac:spMkLst>
            <pc:docMk/>
            <pc:sldMk cId="4164992989" sldId="2147483576"/>
            <ac:spMk id="8" creationId="{A2A4831C-45B5-8957-A5C7-B8FA65416D1A}"/>
          </ac:spMkLst>
        </pc:spChg>
        <pc:spChg chg="add mod">
          <ac:chgData name="Danusorn Sitdhirasdr" userId="8e67ab53-f5b1-4c85-9e14-3adaa1819edc" providerId="ADAL" clId="{DD5D3379-CD27-4424-B6E2-6DF34F511267}" dt="2026-01-05T08:11:08.553" v="9691" actId="1076"/>
          <ac:spMkLst>
            <pc:docMk/>
            <pc:sldMk cId="4164992989" sldId="2147483576"/>
            <ac:spMk id="13" creationId="{74A0CBAE-6AD8-C909-A0BA-AE54982F8879}"/>
          </ac:spMkLst>
        </pc:spChg>
        <pc:picChg chg="mod ord modCrop">
          <ac:chgData name="Danusorn Sitdhirasdr" userId="8e67ab53-f5b1-4c85-9e14-3adaa1819edc" providerId="ADAL" clId="{DD5D3379-CD27-4424-B6E2-6DF34F511267}" dt="2026-01-05T08:04:56.363" v="9675" actId="1076"/>
          <ac:picMkLst>
            <pc:docMk/>
            <pc:sldMk cId="4164992989" sldId="2147483576"/>
            <ac:picMk id="12" creationId="{20EB7801-B104-7032-3563-D50ED0AADD5D}"/>
          </ac:picMkLst>
        </pc:picChg>
      </pc:sldChg>
      <pc:sldChg chg="addSp delSp modSp add mod">
        <pc:chgData name="Danusorn Sitdhirasdr" userId="8e67ab53-f5b1-4c85-9e14-3adaa1819edc" providerId="ADAL" clId="{DD5D3379-CD27-4424-B6E2-6DF34F511267}" dt="2026-01-05T08:16:07.095" v="9716" actId="20577"/>
        <pc:sldMkLst>
          <pc:docMk/>
          <pc:sldMk cId="1428133439" sldId="2147483577"/>
        </pc:sldMkLst>
        <pc:spChg chg="add mod">
          <ac:chgData name="Danusorn Sitdhirasdr" userId="8e67ab53-f5b1-4c85-9e14-3adaa1819edc" providerId="ADAL" clId="{DD5D3379-CD27-4424-B6E2-6DF34F511267}" dt="2026-01-05T08:13:25.974" v="9696" actId="6549"/>
          <ac:spMkLst>
            <pc:docMk/>
            <pc:sldMk cId="1428133439" sldId="2147483577"/>
            <ac:spMk id="2" creationId="{18268BA9-C84C-CB57-88A1-07B04824D9D7}"/>
          </ac:spMkLst>
        </pc:spChg>
        <pc:spChg chg="add del mod">
          <ac:chgData name="Danusorn Sitdhirasdr" userId="8e67ab53-f5b1-4c85-9e14-3adaa1819edc" providerId="ADAL" clId="{DD5D3379-CD27-4424-B6E2-6DF34F511267}" dt="2026-01-05T06:59:35.929" v="9260" actId="478"/>
          <ac:spMkLst>
            <pc:docMk/>
            <pc:sldMk cId="1428133439" sldId="2147483577"/>
            <ac:spMk id="2" creationId="{9DFB69E8-7950-354C-B554-162DD021681E}"/>
          </ac:spMkLst>
        </pc:spChg>
        <pc:spChg chg="add del mod">
          <ac:chgData name="Danusorn Sitdhirasdr" userId="8e67ab53-f5b1-4c85-9e14-3adaa1819edc" providerId="ADAL" clId="{DD5D3379-CD27-4424-B6E2-6DF34F511267}" dt="2026-01-05T01:59:28.586" v="7881" actId="478"/>
          <ac:spMkLst>
            <pc:docMk/>
            <pc:sldMk cId="1428133439" sldId="2147483577"/>
            <ac:spMk id="3" creationId="{0762F91D-C4BE-F83C-32FC-2CBE618692EB}"/>
          </ac:spMkLst>
        </pc:spChg>
        <pc:spChg chg="add del mod">
          <ac:chgData name="Danusorn Sitdhirasdr" userId="8e67ab53-f5b1-4c85-9e14-3adaa1819edc" providerId="ADAL" clId="{DD5D3379-CD27-4424-B6E2-6DF34F511267}" dt="2026-01-05T07:00:39.177" v="9276" actId="478"/>
          <ac:spMkLst>
            <pc:docMk/>
            <pc:sldMk cId="1428133439" sldId="2147483577"/>
            <ac:spMk id="3" creationId="{71B47FAE-9912-6125-427B-813FAD888789}"/>
          </ac:spMkLst>
        </pc:spChg>
        <pc:spChg chg="add mod">
          <ac:chgData name="Danusorn Sitdhirasdr" userId="8e67ab53-f5b1-4c85-9e14-3adaa1819edc" providerId="ADAL" clId="{DD5D3379-CD27-4424-B6E2-6DF34F511267}" dt="2026-01-05T08:15:20.334" v="9714" actId="20577"/>
          <ac:spMkLst>
            <pc:docMk/>
            <pc:sldMk cId="1428133439" sldId="2147483577"/>
            <ac:spMk id="4" creationId="{CC6E54C7-8D12-31E6-EFA5-1C5CBE943225}"/>
          </ac:spMkLst>
        </pc:spChg>
        <pc:spChg chg="add mod">
          <ac:chgData name="Danusorn Sitdhirasdr" userId="8e67ab53-f5b1-4c85-9e14-3adaa1819edc" providerId="ADAL" clId="{DD5D3379-CD27-4424-B6E2-6DF34F511267}" dt="2026-01-05T08:16:07.095" v="9716" actId="20577"/>
          <ac:spMkLst>
            <pc:docMk/>
            <pc:sldMk cId="1428133439" sldId="2147483577"/>
            <ac:spMk id="6" creationId="{4FFCC4A0-2FBE-1D30-6EC3-4640F9300A83}"/>
          </ac:spMkLst>
        </pc:spChg>
        <pc:spChg chg="add del mod">
          <ac:chgData name="Danusorn Sitdhirasdr" userId="8e67ab53-f5b1-4c85-9e14-3adaa1819edc" providerId="ADAL" clId="{DD5D3379-CD27-4424-B6E2-6DF34F511267}" dt="2026-01-05T01:54:44.532" v="7880" actId="478"/>
          <ac:spMkLst>
            <pc:docMk/>
            <pc:sldMk cId="1428133439" sldId="2147483577"/>
            <ac:spMk id="7" creationId="{8709C85D-A53E-3EAF-C375-8338D27CC237}"/>
          </ac:spMkLst>
        </pc:spChg>
        <pc:spChg chg="add mod">
          <ac:chgData name="Danusorn Sitdhirasdr" userId="8e67ab53-f5b1-4c85-9e14-3adaa1819edc" providerId="ADAL" clId="{DD5D3379-CD27-4424-B6E2-6DF34F511267}" dt="2026-01-05T01:54:36.848" v="7871" actId="1076"/>
          <ac:spMkLst>
            <pc:docMk/>
            <pc:sldMk cId="1428133439" sldId="2147483577"/>
            <ac:spMk id="9" creationId="{279ADB4A-B95B-1918-8BEF-E749BD68D801}"/>
          </ac:spMkLst>
        </pc:spChg>
        <pc:spChg chg="add del mod">
          <ac:chgData name="Danusorn Sitdhirasdr" userId="8e67ab53-f5b1-4c85-9e14-3adaa1819edc" providerId="ADAL" clId="{DD5D3379-CD27-4424-B6E2-6DF34F511267}" dt="2026-01-05T07:01:06.323" v="9280" actId="478"/>
          <ac:spMkLst>
            <pc:docMk/>
            <pc:sldMk cId="1428133439" sldId="2147483577"/>
            <ac:spMk id="15" creationId="{AB80C95E-19AF-12F5-3EE1-7CAD101BBFDE}"/>
          </ac:spMkLst>
        </pc:spChg>
        <pc:spChg chg="add del mod">
          <ac:chgData name="Danusorn Sitdhirasdr" userId="8e67ab53-f5b1-4c85-9e14-3adaa1819edc" providerId="ADAL" clId="{DD5D3379-CD27-4424-B6E2-6DF34F511267}" dt="2026-01-05T07:01:23.474" v="9284" actId="478"/>
          <ac:spMkLst>
            <pc:docMk/>
            <pc:sldMk cId="1428133439" sldId="2147483577"/>
            <ac:spMk id="18" creationId="{F68959C3-FD2B-D5F2-C21E-912A3B71F88D}"/>
          </ac:spMkLst>
        </pc:spChg>
        <pc:picChg chg="add del mod">
          <ac:chgData name="Danusorn Sitdhirasdr" userId="8e67ab53-f5b1-4c85-9e14-3adaa1819edc" providerId="ADAL" clId="{DD5D3379-CD27-4424-B6E2-6DF34F511267}" dt="2026-01-05T06:59:43.992" v="9262" actId="478"/>
          <ac:picMkLst>
            <pc:docMk/>
            <pc:sldMk cId="1428133439" sldId="2147483577"/>
            <ac:picMk id="5" creationId="{40CE4C44-F3BB-B5D4-7952-C1CBEEBF60B0}"/>
          </ac:picMkLst>
        </pc:picChg>
        <pc:picChg chg="add del mod">
          <ac:chgData name="Danusorn Sitdhirasdr" userId="8e67ab53-f5b1-4c85-9e14-3adaa1819edc" providerId="ADAL" clId="{DD5D3379-CD27-4424-B6E2-6DF34F511267}" dt="2026-01-05T01:54:42.614" v="7879" actId="478"/>
          <ac:picMkLst>
            <pc:docMk/>
            <pc:sldMk cId="1428133439" sldId="2147483577"/>
            <ac:picMk id="6" creationId="{3197B949-95A3-AA19-4AAC-791B708E05B4}"/>
          </ac:picMkLst>
        </pc:picChg>
        <pc:picChg chg="add mod">
          <ac:chgData name="Danusorn Sitdhirasdr" userId="8e67ab53-f5b1-4c85-9e14-3adaa1819edc" providerId="ADAL" clId="{DD5D3379-CD27-4424-B6E2-6DF34F511267}" dt="2026-01-05T01:53:56.200" v="7865"/>
          <ac:picMkLst>
            <pc:docMk/>
            <pc:sldMk cId="1428133439" sldId="2147483577"/>
            <ac:picMk id="8" creationId="{71C57257-E7B7-64C0-4E3B-8F5BBE0F0AF0}"/>
          </ac:picMkLst>
        </pc:picChg>
        <pc:picChg chg="mod">
          <ac:chgData name="Danusorn Sitdhirasdr" userId="8e67ab53-f5b1-4c85-9e14-3adaa1819edc" providerId="ADAL" clId="{DD5D3379-CD27-4424-B6E2-6DF34F511267}" dt="2026-01-05T07:03:03.325" v="9293" actId="12789"/>
          <ac:picMkLst>
            <pc:docMk/>
            <pc:sldMk cId="1428133439" sldId="2147483577"/>
            <ac:picMk id="16" creationId="{E1F62403-5857-4DE0-9081-F5F5009DD015}"/>
          </ac:picMkLst>
        </pc:picChg>
      </pc:sldChg>
      <pc:sldChg chg="addSp delSp modSp add mod">
        <pc:chgData name="Danusorn Sitdhirasdr" userId="8e67ab53-f5b1-4c85-9e14-3adaa1819edc" providerId="ADAL" clId="{DD5D3379-CD27-4424-B6E2-6DF34F511267}" dt="2026-01-05T10:58:29.306" v="10112" actId="20577"/>
        <pc:sldMkLst>
          <pc:docMk/>
          <pc:sldMk cId="1736808180" sldId="2147483578"/>
        </pc:sldMkLst>
        <pc:spChg chg="del mod">
          <ac:chgData name="Danusorn Sitdhirasdr" userId="8e67ab53-f5b1-4c85-9e14-3adaa1819edc" providerId="ADAL" clId="{DD5D3379-CD27-4424-B6E2-6DF34F511267}" dt="2026-01-05T02:26:18.898" v="8208" actId="478"/>
          <ac:spMkLst>
            <pc:docMk/>
            <pc:sldMk cId="1736808180" sldId="2147483578"/>
            <ac:spMk id="2" creationId="{8EC0B8F9-080E-AB60-B587-FACDBED695DB}"/>
          </ac:spMkLst>
        </pc:spChg>
        <pc:spChg chg="add mod topLvl">
          <ac:chgData name="Danusorn Sitdhirasdr" userId="8e67ab53-f5b1-4c85-9e14-3adaa1819edc" providerId="ADAL" clId="{DD5D3379-CD27-4424-B6E2-6DF34F511267}" dt="2026-01-05T07:05:44.577" v="9329" actId="552"/>
          <ac:spMkLst>
            <pc:docMk/>
            <pc:sldMk cId="1736808180" sldId="2147483578"/>
            <ac:spMk id="3" creationId="{C4229B6F-43C6-221E-C816-E985E9EE9C09}"/>
          </ac:spMkLst>
        </pc:spChg>
        <pc:spChg chg="add mod">
          <ac:chgData name="Danusorn Sitdhirasdr" userId="8e67ab53-f5b1-4c85-9e14-3adaa1819edc" providerId="ADAL" clId="{DD5D3379-CD27-4424-B6E2-6DF34F511267}" dt="2026-01-05T08:19:06.288" v="9779" actId="20577"/>
          <ac:spMkLst>
            <pc:docMk/>
            <pc:sldMk cId="1736808180" sldId="2147483578"/>
            <ac:spMk id="4" creationId="{C544CBD3-8EC8-7F70-C1DD-2070EA0BAE4B}"/>
          </ac:spMkLst>
        </pc:spChg>
        <pc:spChg chg="add mod">
          <ac:chgData name="Danusorn Sitdhirasdr" userId="8e67ab53-f5b1-4c85-9e14-3adaa1819edc" providerId="ADAL" clId="{DD5D3379-CD27-4424-B6E2-6DF34F511267}" dt="2026-01-05T07:06:24.613" v="9337" actId="207"/>
          <ac:spMkLst>
            <pc:docMk/>
            <pc:sldMk cId="1736808180" sldId="2147483578"/>
            <ac:spMk id="8" creationId="{1401DC7E-9654-6EAC-B1DB-1632B2D51FC2}"/>
          </ac:spMkLst>
        </pc:spChg>
        <pc:spChg chg="add del mod">
          <ac:chgData name="Danusorn Sitdhirasdr" userId="8e67ab53-f5b1-4c85-9e14-3adaa1819edc" providerId="ADAL" clId="{DD5D3379-CD27-4424-B6E2-6DF34F511267}" dt="2026-01-05T02:24:43.584" v="8164" actId="478"/>
          <ac:spMkLst>
            <pc:docMk/>
            <pc:sldMk cId="1736808180" sldId="2147483578"/>
            <ac:spMk id="9" creationId="{AF8D3DDD-9981-FBBD-D6BE-6078FFE5C5ED}"/>
          </ac:spMkLst>
        </pc:spChg>
        <pc:spChg chg="add mod">
          <ac:chgData name="Danusorn Sitdhirasdr" userId="8e67ab53-f5b1-4c85-9e14-3adaa1819edc" providerId="ADAL" clId="{DD5D3379-CD27-4424-B6E2-6DF34F511267}" dt="2026-01-05T10:58:29.306" v="10112" actId="20577"/>
          <ac:spMkLst>
            <pc:docMk/>
            <pc:sldMk cId="1736808180" sldId="2147483578"/>
            <ac:spMk id="10" creationId="{6FA0EDBA-1D62-B0CF-3AFE-282E475A3C90}"/>
          </ac:spMkLst>
        </pc:spChg>
        <pc:spChg chg="add mod">
          <ac:chgData name="Danusorn Sitdhirasdr" userId="8e67ab53-f5b1-4c85-9e14-3adaa1819edc" providerId="ADAL" clId="{DD5D3379-CD27-4424-B6E2-6DF34F511267}" dt="2026-01-05T10:56:15.071" v="10084" actId="20577"/>
          <ac:spMkLst>
            <pc:docMk/>
            <pc:sldMk cId="1736808180" sldId="2147483578"/>
            <ac:spMk id="12" creationId="{2836F3A5-1236-20C2-E9ED-1C370AE5BE4C}"/>
          </ac:spMkLst>
        </pc:spChg>
        <pc:spChg chg="add del mod">
          <ac:chgData name="Danusorn Sitdhirasdr" userId="8e67ab53-f5b1-4c85-9e14-3adaa1819edc" providerId="ADAL" clId="{DD5D3379-CD27-4424-B6E2-6DF34F511267}" dt="2026-01-05T02:11:22.770" v="7924" actId="478"/>
          <ac:spMkLst>
            <pc:docMk/>
            <pc:sldMk cId="1736808180" sldId="2147483578"/>
            <ac:spMk id="13" creationId="{2ABC8744-484F-5373-85E1-85B5BBB859A9}"/>
          </ac:spMkLst>
        </pc:spChg>
        <pc:spChg chg="add mod topLvl">
          <ac:chgData name="Danusorn Sitdhirasdr" userId="8e67ab53-f5b1-4c85-9e14-3adaa1819edc" providerId="ADAL" clId="{DD5D3379-CD27-4424-B6E2-6DF34F511267}" dt="2026-01-05T07:06:32.538" v="9338" actId="108"/>
          <ac:spMkLst>
            <pc:docMk/>
            <pc:sldMk cId="1736808180" sldId="2147483578"/>
            <ac:spMk id="14" creationId="{3CA6B0E9-A2B6-06C7-ACE8-113514669AD2}"/>
          </ac:spMkLst>
        </pc:spChg>
        <pc:grpChg chg="add del mod">
          <ac:chgData name="Danusorn Sitdhirasdr" userId="8e67ab53-f5b1-4c85-9e14-3adaa1819edc" providerId="ADAL" clId="{DD5D3379-CD27-4424-B6E2-6DF34F511267}" dt="2026-01-05T07:04:11.932" v="9306" actId="165"/>
          <ac:grpSpMkLst>
            <pc:docMk/>
            <pc:sldMk cId="1736808180" sldId="2147483578"/>
            <ac:grpSpMk id="2" creationId="{3C0CCD8A-8EAC-0456-C490-F26D542ACCDA}"/>
          </ac:grpSpMkLst>
        </pc:grpChg>
        <pc:picChg chg="mod">
          <ac:chgData name="Danusorn Sitdhirasdr" userId="8e67ab53-f5b1-4c85-9e14-3adaa1819edc" providerId="ADAL" clId="{DD5D3379-CD27-4424-B6E2-6DF34F511267}" dt="2026-01-05T07:05:11.130" v="9317" actId="12788"/>
          <ac:picMkLst>
            <pc:docMk/>
            <pc:sldMk cId="1736808180" sldId="2147483578"/>
            <ac:picMk id="5" creationId="{ECAC5491-7F89-3B88-F333-489EB005E7B8}"/>
          </ac:picMkLst>
        </pc:picChg>
        <pc:picChg chg="mod">
          <ac:chgData name="Danusorn Sitdhirasdr" userId="8e67ab53-f5b1-4c85-9e14-3adaa1819edc" providerId="ADAL" clId="{DD5D3379-CD27-4424-B6E2-6DF34F511267}" dt="2026-01-05T07:05:15.444" v="9318" actId="12788"/>
          <ac:picMkLst>
            <pc:docMk/>
            <pc:sldMk cId="1736808180" sldId="2147483578"/>
            <ac:picMk id="6" creationId="{8E6C8772-ACED-AE05-0886-01F0C8297FEF}"/>
          </ac:picMkLst>
        </pc:picChg>
        <pc:picChg chg="add del mod">
          <ac:chgData name="Danusorn Sitdhirasdr" userId="8e67ab53-f5b1-4c85-9e14-3adaa1819edc" providerId="ADAL" clId="{DD5D3379-CD27-4424-B6E2-6DF34F511267}" dt="2026-01-05T07:07:13.390" v="9340" actId="478"/>
          <ac:picMkLst>
            <pc:docMk/>
            <pc:sldMk cId="1736808180" sldId="2147483578"/>
            <ac:picMk id="11" creationId="{248E2616-9871-8FEA-C1E3-01036CEAD014}"/>
          </ac:picMkLst>
        </pc:picChg>
        <pc:picChg chg="add del mod">
          <ac:chgData name="Danusorn Sitdhirasdr" userId="8e67ab53-f5b1-4c85-9e14-3adaa1819edc" providerId="ADAL" clId="{DD5D3379-CD27-4424-B6E2-6DF34F511267}" dt="2026-01-05T07:07:11.675" v="9339" actId="478"/>
          <ac:picMkLst>
            <pc:docMk/>
            <pc:sldMk cId="1736808180" sldId="2147483578"/>
            <ac:picMk id="15" creationId="{041265DF-63CB-C098-4734-AE2DDE9988C8}"/>
          </ac:picMkLst>
        </pc:picChg>
        <pc:cxnChg chg="add mod">
          <ac:chgData name="Danusorn Sitdhirasdr" userId="8e67ab53-f5b1-4c85-9e14-3adaa1819edc" providerId="ADAL" clId="{DD5D3379-CD27-4424-B6E2-6DF34F511267}" dt="2026-01-05T07:05:04.062" v="9315" actId="554"/>
          <ac:cxnSpMkLst>
            <pc:docMk/>
            <pc:sldMk cId="1736808180" sldId="2147483578"/>
            <ac:cxnSpMk id="7" creationId="{8A23E721-9B3C-67A9-9137-4C9E9D43AE02}"/>
          </ac:cxnSpMkLst>
        </pc:cxnChg>
      </pc:sldChg>
      <pc:sldChg chg="addSp delSp modSp add mod">
        <pc:chgData name="Danusorn Sitdhirasdr" userId="8e67ab53-f5b1-4c85-9e14-3adaa1819edc" providerId="ADAL" clId="{DD5D3379-CD27-4424-B6E2-6DF34F511267}" dt="2026-01-05T08:51:04.545" v="9979" actId="1076"/>
        <pc:sldMkLst>
          <pc:docMk/>
          <pc:sldMk cId="1707301427" sldId="2147483579"/>
        </pc:sldMkLst>
        <pc:spChg chg="del mod">
          <ac:chgData name="Danusorn Sitdhirasdr" userId="8e67ab53-f5b1-4c85-9e14-3adaa1819edc" providerId="ADAL" clId="{DD5D3379-CD27-4424-B6E2-6DF34F511267}" dt="2026-01-05T02:27:02.418" v="8216" actId="478"/>
          <ac:spMkLst>
            <pc:docMk/>
            <pc:sldMk cId="1707301427" sldId="2147483579"/>
            <ac:spMk id="2" creationId="{8C5076CF-6C7C-BA9C-049E-62493E45A4F0}"/>
          </ac:spMkLst>
        </pc:spChg>
        <pc:spChg chg="add mod">
          <ac:chgData name="Danusorn Sitdhirasdr" userId="8e67ab53-f5b1-4c85-9e14-3adaa1819edc" providerId="ADAL" clId="{DD5D3379-CD27-4424-B6E2-6DF34F511267}" dt="2026-01-05T08:51:04.545" v="9979" actId="1076"/>
          <ac:spMkLst>
            <pc:docMk/>
            <pc:sldMk cId="1707301427" sldId="2147483579"/>
            <ac:spMk id="3" creationId="{27BC8C5C-12D9-24F6-8617-9978429876A3}"/>
          </ac:spMkLst>
        </pc:spChg>
        <pc:spChg chg="add del mod">
          <ac:chgData name="Danusorn Sitdhirasdr" userId="8e67ab53-f5b1-4c85-9e14-3adaa1819edc" providerId="ADAL" clId="{DD5D3379-CD27-4424-B6E2-6DF34F511267}" dt="2026-01-05T07:09:41.358" v="9354" actId="478"/>
          <ac:spMkLst>
            <pc:docMk/>
            <pc:sldMk cId="1707301427" sldId="2147483579"/>
            <ac:spMk id="4" creationId="{12DEF835-45BF-F45C-E436-D6EFCFB03E8D}"/>
          </ac:spMkLst>
        </pc:spChg>
        <pc:spChg chg="add del mod">
          <ac:chgData name="Danusorn Sitdhirasdr" userId="8e67ab53-f5b1-4c85-9e14-3adaa1819edc" providerId="ADAL" clId="{DD5D3379-CD27-4424-B6E2-6DF34F511267}" dt="2026-01-05T07:27:23.916" v="9487" actId="478"/>
          <ac:spMkLst>
            <pc:docMk/>
            <pc:sldMk cId="1707301427" sldId="2147483579"/>
            <ac:spMk id="5" creationId="{489C54E8-C8DD-DE15-582F-CE810F0F6483}"/>
          </ac:spMkLst>
        </pc:spChg>
        <pc:spChg chg="add mod ord">
          <ac:chgData name="Danusorn Sitdhirasdr" userId="8e67ab53-f5b1-4c85-9e14-3adaa1819edc" providerId="ADAL" clId="{DD5D3379-CD27-4424-B6E2-6DF34F511267}" dt="2026-01-05T08:49:27.839" v="9962" actId="1076"/>
          <ac:spMkLst>
            <pc:docMk/>
            <pc:sldMk cId="1707301427" sldId="2147483579"/>
            <ac:spMk id="6" creationId="{B92FF2B8-5979-E071-7C70-7CB60C093DE3}"/>
          </ac:spMkLst>
        </pc:spChg>
        <pc:spChg chg="add del mod">
          <ac:chgData name="Danusorn Sitdhirasdr" userId="8e67ab53-f5b1-4c85-9e14-3adaa1819edc" providerId="ADAL" clId="{DD5D3379-CD27-4424-B6E2-6DF34F511267}" dt="2026-01-05T02:19:49.121" v="8038" actId="478"/>
          <ac:spMkLst>
            <pc:docMk/>
            <pc:sldMk cId="1707301427" sldId="2147483579"/>
            <ac:spMk id="7" creationId="{A3F61BBD-1FD1-4B3B-2430-022948ADC6E3}"/>
          </ac:spMkLst>
        </pc:spChg>
        <pc:spChg chg="add del mod">
          <ac:chgData name="Danusorn Sitdhirasdr" userId="8e67ab53-f5b1-4c85-9e14-3adaa1819edc" providerId="ADAL" clId="{DD5D3379-CD27-4424-B6E2-6DF34F511267}" dt="2026-01-05T08:50:51.142" v="9974" actId="478"/>
          <ac:spMkLst>
            <pc:docMk/>
            <pc:sldMk cId="1707301427" sldId="2147483579"/>
            <ac:spMk id="8" creationId="{2116826A-F13F-F691-73B6-2BD8BEB85C51}"/>
          </ac:spMkLst>
        </pc:spChg>
        <pc:spChg chg="add mod">
          <ac:chgData name="Danusorn Sitdhirasdr" userId="8e67ab53-f5b1-4c85-9e14-3adaa1819edc" providerId="ADAL" clId="{DD5D3379-CD27-4424-B6E2-6DF34F511267}" dt="2026-01-05T08:23:43.835" v="9912" actId="20577"/>
          <ac:spMkLst>
            <pc:docMk/>
            <pc:sldMk cId="1707301427" sldId="2147483579"/>
            <ac:spMk id="9" creationId="{88214353-5610-2822-583E-BB04F76A338E}"/>
          </ac:spMkLst>
        </pc:spChg>
        <pc:spChg chg="add del mod">
          <ac:chgData name="Danusorn Sitdhirasdr" userId="8e67ab53-f5b1-4c85-9e14-3adaa1819edc" providerId="ADAL" clId="{DD5D3379-CD27-4424-B6E2-6DF34F511267}" dt="2026-01-05T07:12:09.685" v="9358" actId="478"/>
          <ac:spMkLst>
            <pc:docMk/>
            <pc:sldMk cId="1707301427" sldId="2147483579"/>
            <ac:spMk id="10" creationId="{9795CD8F-004F-9574-1A64-EC575646DDF1}"/>
          </ac:spMkLst>
        </pc:spChg>
        <pc:spChg chg="add del mod">
          <ac:chgData name="Danusorn Sitdhirasdr" userId="8e67ab53-f5b1-4c85-9e14-3adaa1819edc" providerId="ADAL" clId="{DD5D3379-CD27-4424-B6E2-6DF34F511267}" dt="2026-01-05T07:27:32.852" v="9489" actId="478"/>
          <ac:spMkLst>
            <pc:docMk/>
            <pc:sldMk cId="1707301427" sldId="2147483579"/>
            <ac:spMk id="11" creationId="{4922B82C-4274-2678-21DE-34C8D8D04F48}"/>
          </ac:spMkLst>
        </pc:spChg>
        <pc:spChg chg="add del mod">
          <ac:chgData name="Danusorn Sitdhirasdr" userId="8e67ab53-f5b1-4c85-9e14-3adaa1819edc" providerId="ADAL" clId="{DD5D3379-CD27-4424-B6E2-6DF34F511267}" dt="2026-01-05T07:23:22.215" v="9441" actId="478"/>
          <ac:spMkLst>
            <pc:docMk/>
            <pc:sldMk cId="1707301427" sldId="2147483579"/>
            <ac:spMk id="12" creationId="{4A9FECFE-50E7-BCA9-4D0F-FC4969E91FC5}"/>
          </ac:spMkLst>
        </pc:spChg>
        <pc:spChg chg="add del mod">
          <ac:chgData name="Danusorn Sitdhirasdr" userId="8e67ab53-f5b1-4c85-9e14-3adaa1819edc" providerId="ADAL" clId="{DD5D3379-CD27-4424-B6E2-6DF34F511267}" dt="2026-01-05T07:27:28.135" v="9488" actId="478"/>
          <ac:spMkLst>
            <pc:docMk/>
            <pc:sldMk cId="1707301427" sldId="2147483579"/>
            <ac:spMk id="13" creationId="{18F1E47A-D8DD-FD95-32F9-5CC20FC62B0B}"/>
          </ac:spMkLst>
        </pc:spChg>
        <pc:spChg chg="add mod">
          <ac:chgData name="Danusorn Sitdhirasdr" userId="8e67ab53-f5b1-4c85-9e14-3adaa1819edc" providerId="ADAL" clId="{DD5D3379-CD27-4424-B6E2-6DF34F511267}" dt="2026-01-05T08:51:01.642" v="9978" actId="20577"/>
          <ac:spMkLst>
            <pc:docMk/>
            <pc:sldMk cId="1707301427" sldId="2147483579"/>
            <ac:spMk id="14" creationId="{E0F25464-1A87-F9B7-0573-08904C730F5C}"/>
          </ac:spMkLst>
        </pc:spChg>
        <pc:picChg chg="add del mod">
          <ac:chgData name="Danusorn Sitdhirasdr" userId="8e67ab53-f5b1-4c85-9e14-3adaa1819edc" providerId="ADAL" clId="{DD5D3379-CD27-4424-B6E2-6DF34F511267}" dt="2026-01-05T08:49:29.370" v="9963" actId="478"/>
          <ac:picMkLst>
            <pc:docMk/>
            <pc:sldMk cId="1707301427" sldId="2147483579"/>
            <ac:picMk id="2" creationId="{8AAEA436-7C01-CB08-0E2C-3E1634A5D276}"/>
          </ac:picMkLst>
        </pc:picChg>
        <pc:picChg chg="add del mod">
          <ac:chgData name="Danusorn Sitdhirasdr" userId="8e67ab53-f5b1-4c85-9e14-3adaa1819edc" providerId="ADAL" clId="{DD5D3379-CD27-4424-B6E2-6DF34F511267}" dt="2026-01-05T07:09:41.358" v="9354" actId="478"/>
          <ac:picMkLst>
            <pc:docMk/>
            <pc:sldMk cId="1707301427" sldId="2147483579"/>
            <ac:picMk id="3" creationId="{5364BFE0-0C32-28BD-33DD-29FBEED12610}"/>
          </ac:picMkLst>
        </pc:picChg>
        <pc:picChg chg="add mod">
          <ac:chgData name="Danusorn Sitdhirasdr" userId="8e67ab53-f5b1-4c85-9e14-3adaa1819edc" providerId="ADAL" clId="{DD5D3379-CD27-4424-B6E2-6DF34F511267}" dt="2026-01-05T08:49:12.988" v="9958" actId="1076"/>
          <ac:picMkLst>
            <pc:docMk/>
            <pc:sldMk cId="1707301427" sldId="2147483579"/>
            <ac:picMk id="4" creationId="{F66D3DBA-89E8-4D71-9EC3-1FB08D08D9E2}"/>
          </ac:picMkLst>
        </pc:picChg>
        <pc:picChg chg="add del mod">
          <ac:chgData name="Danusorn Sitdhirasdr" userId="8e67ab53-f5b1-4c85-9e14-3adaa1819edc" providerId="ADAL" clId="{DD5D3379-CD27-4424-B6E2-6DF34F511267}" dt="2026-01-05T07:12:09.685" v="9358" actId="478"/>
          <ac:picMkLst>
            <pc:docMk/>
            <pc:sldMk cId="1707301427" sldId="2147483579"/>
            <ac:picMk id="7" creationId="{D377ED42-7995-D932-2078-5FB37AE41CA3}"/>
          </ac:picMkLst>
        </pc:picChg>
      </pc:sldChg>
      <pc:sldChg chg="addSp delSp add del mod ord">
        <pc:chgData name="Danusorn Sitdhirasdr" userId="8e67ab53-f5b1-4c85-9e14-3adaa1819edc" providerId="ADAL" clId="{DD5D3379-CD27-4424-B6E2-6DF34F511267}" dt="2026-01-05T02:45:48.881" v="8420" actId="47"/>
        <pc:sldMkLst>
          <pc:docMk/>
          <pc:sldMk cId="4294224321" sldId="2147483580"/>
        </pc:sldMkLst>
      </pc:sldChg>
      <pc:sldChg chg="addSp delSp modSp add mod ord">
        <pc:chgData name="Danusorn Sitdhirasdr" userId="8e67ab53-f5b1-4c85-9e14-3adaa1819edc" providerId="ADAL" clId="{DD5D3379-CD27-4424-B6E2-6DF34F511267}" dt="2026-01-06T01:47:15.618" v="10115" actId="478"/>
        <pc:sldMkLst>
          <pc:docMk/>
          <pc:sldMk cId="2851553700" sldId="2147483581"/>
        </pc:sldMkLst>
        <pc:spChg chg="add del mod">
          <ac:chgData name="Danusorn Sitdhirasdr" userId="8e67ab53-f5b1-4c85-9e14-3adaa1819edc" providerId="ADAL" clId="{DD5D3379-CD27-4424-B6E2-6DF34F511267}" dt="2026-01-05T02:49:43.289" v="8422" actId="478"/>
          <ac:spMkLst>
            <pc:docMk/>
            <pc:sldMk cId="2851553700" sldId="2147483581"/>
            <ac:spMk id="2" creationId="{53A3FD5B-87E1-4FA3-9807-3CDB609C0B22}"/>
          </ac:spMkLst>
        </pc:spChg>
        <pc:spChg chg="add mod">
          <ac:chgData name="Danusorn Sitdhirasdr" userId="8e67ab53-f5b1-4c85-9e14-3adaa1819edc" providerId="ADAL" clId="{DD5D3379-CD27-4424-B6E2-6DF34F511267}" dt="2026-01-05T08:58:44.547" v="10010"/>
          <ac:spMkLst>
            <pc:docMk/>
            <pc:sldMk cId="2851553700" sldId="2147483581"/>
            <ac:spMk id="2" creationId="{FC726CC7-D500-DBF2-E9FA-2088A19C0064}"/>
          </ac:spMkLst>
        </pc:spChg>
        <pc:spChg chg="add del mod">
          <ac:chgData name="Danusorn Sitdhirasdr" userId="8e67ab53-f5b1-4c85-9e14-3adaa1819edc" providerId="ADAL" clId="{DD5D3379-CD27-4424-B6E2-6DF34F511267}" dt="2026-01-06T01:47:15.618" v="10115" actId="478"/>
          <ac:spMkLst>
            <pc:docMk/>
            <pc:sldMk cId="2851553700" sldId="2147483581"/>
            <ac:spMk id="4" creationId="{76349E77-BE3C-76C7-A886-95EA177F6221}"/>
          </ac:spMkLst>
        </pc:spChg>
        <pc:spChg chg="add mod">
          <ac:chgData name="Danusorn Sitdhirasdr" userId="8e67ab53-f5b1-4c85-9e14-3adaa1819edc" providerId="ADAL" clId="{DD5D3379-CD27-4424-B6E2-6DF34F511267}" dt="2026-01-05T03:48:21.764" v="9002" actId="113"/>
          <ac:spMkLst>
            <pc:docMk/>
            <pc:sldMk cId="2851553700" sldId="2147483581"/>
            <ac:spMk id="6" creationId="{9785D054-2CD6-8A7A-DE7E-3C104DFAE24F}"/>
          </ac:spMkLst>
        </pc:spChg>
        <pc:spChg chg="add del mod">
          <ac:chgData name="Danusorn Sitdhirasdr" userId="8e67ab53-f5b1-4c85-9e14-3adaa1819edc" providerId="ADAL" clId="{DD5D3379-CD27-4424-B6E2-6DF34F511267}" dt="2026-01-05T08:58:55.245" v="10012" actId="478"/>
          <ac:spMkLst>
            <pc:docMk/>
            <pc:sldMk cId="2851553700" sldId="2147483581"/>
            <ac:spMk id="7" creationId="{6CA035D4-DCA8-B3FF-7EB7-7F60ED8A93B2}"/>
          </ac:spMkLst>
        </pc:spChg>
        <pc:spChg chg="add mod">
          <ac:chgData name="Danusorn Sitdhirasdr" userId="8e67ab53-f5b1-4c85-9e14-3adaa1819edc" providerId="ADAL" clId="{DD5D3379-CD27-4424-B6E2-6DF34F511267}" dt="2026-01-05T07:30:20.416" v="9522" actId="120"/>
          <ac:spMkLst>
            <pc:docMk/>
            <pc:sldMk cId="2851553700" sldId="2147483581"/>
            <ac:spMk id="8" creationId="{D9DC01B1-4317-E46E-F40C-4235D4AA937C}"/>
          </ac:spMkLst>
        </pc:spChg>
        <pc:spChg chg="add mod">
          <ac:chgData name="Danusorn Sitdhirasdr" userId="8e67ab53-f5b1-4c85-9e14-3adaa1819edc" providerId="ADAL" clId="{DD5D3379-CD27-4424-B6E2-6DF34F511267}" dt="2026-01-05T03:49:03.440" v="9012" actId="14100"/>
          <ac:spMkLst>
            <pc:docMk/>
            <pc:sldMk cId="2851553700" sldId="2147483581"/>
            <ac:spMk id="11" creationId="{183935BF-4BEB-5EB7-E7AF-7FACFA2C7CD3}"/>
          </ac:spMkLst>
        </pc:spChg>
        <pc:spChg chg="add mod">
          <ac:chgData name="Danusorn Sitdhirasdr" userId="8e67ab53-f5b1-4c85-9e14-3adaa1819edc" providerId="ADAL" clId="{DD5D3379-CD27-4424-B6E2-6DF34F511267}" dt="2026-01-05T03:49:12.260" v="9014" actId="1076"/>
          <ac:spMkLst>
            <pc:docMk/>
            <pc:sldMk cId="2851553700" sldId="2147483581"/>
            <ac:spMk id="12" creationId="{FABF099F-A134-CC7E-A168-DBA2A1F11496}"/>
          </ac:spMkLst>
        </pc:spChg>
        <pc:picChg chg="add del mod">
          <ac:chgData name="Danusorn Sitdhirasdr" userId="8e67ab53-f5b1-4c85-9e14-3adaa1819edc" providerId="ADAL" clId="{DD5D3379-CD27-4424-B6E2-6DF34F511267}" dt="2026-01-05T02:48:54.648" v="8421" actId="478"/>
          <ac:picMkLst>
            <pc:docMk/>
            <pc:sldMk cId="2851553700" sldId="2147483581"/>
            <ac:picMk id="3" creationId="{8BBED693-661E-8969-7716-D926201474BB}"/>
          </ac:picMkLst>
        </pc:picChg>
        <pc:picChg chg="del">
          <ac:chgData name="Danusorn Sitdhirasdr" userId="8e67ab53-f5b1-4c85-9e14-3adaa1819edc" providerId="ADAL" clId="{DD5D3379-CD27-4424-B6E2-6DF34F511267}" dt="2026-01-05T02:08:07.257" v="7913" actId="478"/>
          <ac:picMkLst>
            <pc:docMk/>
            <pc:sldMk cId="2851553700" sldId="2147483581"/>
            <ac:picMk id="4" creationId="{7478F6A7-4FDF-101D-D544-4F268B673F38}"/>
          </ac:picMkLst>
        </pc:picChg>
        <pc:picChg chg="add del mod">
          <ac:chgData name="Danusorn Sitdhirasdr" userId="8e67ab53-f5b1-4c85-9e14-3adaa1819edc" providerId="ADAL" clId="{DD5D3379-CD27-4424-B6E2-6DF34F511267}" dt="2026-01-05T03:46:16.258" v="8984" actId="478"/>
          <ac:picMkLst>
            <pc:docMk/>
            <pc:sldMk cId="2851553700" sldId="2147483581"/>
            <ac:picMk id="5" creationId="{3DBA5C1A-6363-9703-9242-DBCA4218C5B1}"/>
          </ac:picMkLst>
        </pc:picChg>
        <pc:picChg chg="add mod">
          <ac:chgData name="Danusorn Sitdhirasdr" userId="8e67ab53-f5b1-4c85-9e14-3adaa1819edc" providerId="ADAL" clId="{DD5D3379-CD27-4424-B6E2-6DF34F511267}" dt="2026-01-05T03:48:48.973" v="9008" actId="1076"/>
          <ac:picMkLst>
            <pc:docMk/>
            <pc:sldMk cId="2851553700" sldId="2147483581"/>
            <ac:picMk id="10" creationId="{246776A2-D536-7ABB-7C3F-2A0B259A6807}"/>
          </ac:picMkLst>
        </pc:picChg>
      </pc:sldChg>
      <pc:sldChg chg="addSp delSp modSp add mod">
        <pc:chgData name="Danusorn Sitdhirasdr" userId="8e67ab53-f5b1-4c85-9e14-3adaa1819edc" providerId="ADAL" clId="{DD5D3379-CD27-4424-B6E2-6DF34F511267}" dt="2026-01-05T08:03:44.547" v="9670" actId="478"/>
        <pc:sldMkLst>
          <pc:docMk/>
          <pc:sldMk cId="1544680372" sldId="2147483582"/>
        </pc:sldMkLst>
        <pc:spChg chg="del">
          <ac:chgData name="Danusorn Sitdhirasdr" userId="8e67ab53-f5b1-4c85-9e14-3adaa1819edc" providerId="ADAL" clId="{DD5D3379-CD27-4424-B6E2-6DF34F511267}" dt="2026-01-05T02:23:43.662" v="8158" actId="478"/>
          <ac:spMkLst>
            <pc:docMk/>
            <pc:sldMk cId="1544680372" sldId="2147483582"/>
            <ac:spMk id="2" creationId="{9F858E27-29F0-3E35-F2AB-F3702E935EE2}"/>
          </ac:spMkLst>
        </pc:spChg>
        <pc:spChg chg="add mod">
          <ac:chgData name="Danusorn Sitdhirasdr" userId="8e67ab53-f5b1-4c85-9e14-3adaa1819edc" providerId="ADAL" clId="{DD5D3379-CD27-4424-B6E2-6DF34F511267}" dt="2026-01-05T08:02:55.942" v="9667" actId="20577"/>
          <ac:spMkLst>
            <pc:docMk/>
            <pc:sldMk cId="1544680372" sldId="2147483582"/>
            <ac:spMk id="3" creationId="{038BC771-5713-75F1-3E16-FF784CC37293}"/>
          </ac:spMkLst>
        </pc:spChg>
        <pc:spChg chg="add del mod">
          <ac:chgData name="Danusorn Sitdhirasdr" userId="8e67ab53-f5b1-4c85-9e14-3adaa1819edc" providerId="ADAL" clId="{DD5D3379-CD27-4424-B6E2-6DF34F511267}" dt="2026-01-05T06:49:46.752" v="9177" actId="478"/>
          <ac:spMkLst>
            <pc:docMk/>
            <pc:sldMk cId="1544680372" sldId="2147483582"/>
            <ac:spMk id="4" creationId="{12D243FE-F556-430D-91CF-42057B05BB30}"/>
          </ac:spMkLst>
        </pc:spChg>
        <pc:spChg chg="del">
          <ac:chgData name="Danusorn Sitdhirasdr" userId="8e67ab53-f5b1-4c85-9e14-3adaa1819edc" providerId="ADAL" clId="{DD5D3379-CD27-4424-B6E2-6DF34F511267}" dt="2026-01-05T02:23:47.168" v="8159" actId="478"/>
          <ac:spMkLst>
            <pc:docMk/>
            <pc:sldMk cId="1544680372" sldId="2147483582"/>
            <ac:spMk id="4" creationId="{ADC455DB-86F6-892E-DEF4-A72A5F18FC66}"/>
          </ac:spMkLst>
        </pc:spChg>
        <pc:spChg chg="add del mod">
          <ac:chgData name="Danusorn Sitdhirasdr" userId="8e67ab53-f5b1-4c85-9e14-3adaa1819edc" providerId="ADAL" clId="{DD5D3379-CD27-4424-B6E2-6DF34F511267}" dt="2026-01-05T08:03:44.547" v="9670" actId="478"/>
          <ac:spMkLst>
            <pc:docMk/>
            <pc:sldMk cId="1544680372" sldId="2147483582"/>
            <ac:spMk id="4" creationId="{C90180B1-83BF-0689-FA51-1991A3DDA58F}"/>
          </ac:spMkLst>
        </pc:spChg>
        <pc:spChg chg="add del mod">
          <ac:chgData name="Danusorn Sitdhirasdr" userId="8e67ab53-f5b1-4c85-9e14-3adaa1819edc" providerId="ADAL" clId="{DD5D3379-CD27-4424-B6E2-6DF34F511267}" dt="2026-01-05T06:51:48.876" v="9184" actId="478"/>
          <ac:spMkLst>
            <pc:docMk/>
            <pc:sldMk cId="1544680372" sldId="2147483582"/>
            <ac:spMk id="5" creationId="{135163D2-838E-559D-6AC9-6141E13137D7}"/>
          </ac:spMkLst>
        </pc:spChg>
        <pc:spChg chg="add mod">
          <ac:chgData name="Danusorn Sitdhirasdr" userId="8e67ab53-f5b1-4c85-9e14-3adaa1819edc" providerId="ADAL" clId="{DD5D3379-CD27-4424-B6E2-6DF34F511267}" dt="2026-01-05T06:52:09.646" v="9188" actId="207"/>
          <ac:spMkLst>
            <pc:docMk/>
            <pc:sldMk cId="1544680372" sldId="2147483582"/>
            <ac:spMk id="6" creationId="{3C852171-ABE7-5D5E-2DFD-B7472765073A}"/>
          </ac:spMkLst>
        </pc:spChg>
        <pc:spChg chg="del">
          <ac:chgData name="Danusorn Sitdhirasdr" userId="8e67ab53-f5b1-4c85-9e14-3adaa1819edc" providerId="ADAL" clId="{DD5D3379-CD27-4424-B6E2-6DF34F511267}" dt="2026-01-05T02:23:40.241" v="8156" actId="478"/>
          <ac:spMkLst>
            <pc:docMk/>
            <pc:sldMk cId="1544680372" sldId="2147483582"/>
            <ac:spMk id="6" creationId="{85B508E0-0F2F-5E9D-1B38-2005652969FA}"/>
          </ac:spMkLst>
        </pc:spChg>
        <pc:spChg chg="del">
          <ac:chgData name="Danusorn Sitdhirasdr" userId="8e67ab53-f5b1-4c85-9e14-3adaa1819edc" providerId="ADAL" clId="{DD5D3379-CD27-4424-B6E2-6DF34F511267}" dt="2026-01-05T02:23:40.241" v="8156" actId="478"/>
          <ac:spMkLst>
            <pc:docMk/>
            <pc:sldMk cId="1544680372" sldId="2147483582"/>
            <ac:spMk id="7" creationId="{933F01C8-C84C-E237-26AC-138B032F870C}"/>
          </ac:spMkLst>
        </pc:spChg>
        <pc:picChg chg="del">
          <ac:chgData name="Danusorn Sitdhirasdr" userId="8e67ab53-f5b1-4c85-9e14-3adaa1819edc" providerId="ADAL" clId="{DD5D3379-CD27-4424-B6E2-6DF34F511267}" dt="2026-01-05T02:23:42.585" v="8157" actId="478"/>
          <ac:picMkLst>
            <pc:docMk/>
            <pc:sldMk cId="1544680372" sldId="2147483582"/>
            <ac:picMk id="5" creationId="{0EF43D13-D7BA-069B-4A24-796C8B65CB25}"/>
          </ac:picMkLst>
        </pc:picChg>
      </pc:sldChg>
      <pc:sldChg chg="addSp delSp modSp add mod ord">
        <pc:chgData name="Danusorn Sitdhirasdr" userId="8e67ab53-f5b1-4c85-9e14-3adaa1819edc" providerId="ADAL" clId="{DD5D3379-CD27-4424-B6E2-6DF34F511267}" dt="2026-01-05T10:55:10.790" v="10078" actId="478"/>
        <pc:sldMkLst>
          <pc:docMk/>
          <pc:sldMk cId="1412004050" sldId="2147483583"/>
        </pc:sldMkLst>
        <pc:spChg chg="mod">
          <ac:chgData name="Danusorn Sitdhirasdr" userId="8e67ab53-f5b1-4c85-9e14-3adaa1819edc" providerId="ADAL" clId="{DD5D3379-CD27-4424-B6E2-6DF34F511267}" dt="2026-01-05T10:55:05.610" v="10076" actId="20577"/>
          <ac:spMkLst>
            <pc:docMk/>
            <pc:sldMk cId="1412004050" sldId="2147483583"/>
            <ac:spMk id="2" creationId="{E8EB6682-D364-F653-9DFB-9EB3B84AD575}"/>
          </ac:spMkLst>
        </pc:spChg>
        <pc:spChg chg="del">
          <ac:chgData name="Danusorn Sitdhirasdr" userId="8e67ab53-f5b1-4c85-9e14-3adaa1819edc" providerId="ADAL" clId="{DD5D3379-CD27-4424-B6E2-6DF34F511267}" dt="2026-01-05T10:55:08.057" v="10077" actId="478"/>
          <ac:spMkLst>
            <pc:docMk/>
            <pc:sldMk cId="1412004050" sldId="2147483583"/>
            <ac:spMk id="3" creationId="{9CE003BD-DFA1-F9E5-9DE2-1EFCEB1540FE}"/>
          </ac:spMkLst>
        </pc:spChg>
        <pc:spChg chg="add del mod">
          <ac:chgData name="Danusorn Sitdhirasdr" userId="8e67ab53-f5b1-4c85-9e14-3adaa1819edc" providerId="ADAL" clId="{DD5D3379-CD27-4424-B6E2-6DF34F511267}" dt="2026-01-05T10:55:10.790" v="10078" actId="478"/>
          <ac:spMkLst>
            <pc:docMk/>
            <pc:sldMk cId="1412004050" sldId="2147483583"/>
            <ac:spMk id="5" creationId="{B15C4067-7F75-4C8E-1483-79F748D55EB4}"/>
          </ac:spMkLst>
        </pc:spChg>
      </pc:sldChg>
      <pc:sldChg chg="addSp delSp modSp add del mod">
        <pc:chgData name="Danusorn Sitdhirasdr" userId="8e67ab53-f5b1-4c85-9e14-3adaa1819edc" providerId="ADAL" clId="{DD5D3379-CD27-4424-B6E2-6DF34F511267}" dt="2026-01-05T07:33:59.057" v="9533" actId="47"/>
        <pc:sldMkLst>
          <pc:docMk/>
          <pc:sldMk cId="1522621439" sldId="2147483583"/>
        </pc:sldMkLst>
        <pc:spChg chg="del">
          <ac:chgData name="Danusorn Sitdhirasdr" userId="8e67ab53-f5b1-4c85-9e14-3adaa1819edc" providerId="ADAL" clId="{DD5D3379-CD27-4424-B6E2-6DF34F511267}" dt="2026-01-05T06:44:43.728" v="9134" actId="478"/>
          <ac:spMkLst>
            <pc:docMk/>
            <pc:sldMk cId="1522621439" sldId="2147483583"/>
            <ac:spMk id="2" creationId="{EA5C3055-C3C9-83D9-EE84-69A286C64A27}"/>
          </ac:spMkLst>
        </pc:spChg>
        <pc:spChg chg="del">
          <ac:chgData name="Danusorn Sitdhirasdr" userId="8e67ab53-f5b1-4c85-9e14-3adaa1819edc" providerId="ADAL" clId="{DD5D3379-CD27-4424-B6E2-6DF34F511267}" dt="2026-01-05T06:44:47.714" v="9136" actId="478"/>
          <ac:spMkLst>
            <pc:docMk/>
            <pc:sldMk cId="1522621439" sldId="2147483583"/>
            <ac:spMk id="3" creationId="{81259753-D71A-5B7B-5F3E-BA86F94D88E3}"/>
          </ac:spMkLst>
        </pc:spChg>
        <pc:spChg chg="add del mod">
          <ac:chgData name="Danusorn Sitdhirasdr" userId="8e67ab53-f5b1-4c85-9e14-3adaa1819edc" providerId="ADAL" clId="{DD5D3379-CD27-4424-B6E2-6DF34F511267}" dt="2026-01-05T06:44:45.597" v="9135" actId="478"/>
          <ac:spMkLst>
            <pc:docMk/>
            <pc:sldMk cId="1522621439" sldId="2147483583"/>
            <ac:spMk id="5" creationId="{2B5D9AA7-45AC-8F93-B18B-6E2B8BF6EF5E}"/>
          </ac:spMkLst>
        </pc:spChg>
        <pc:spChg chg="add mod">
          <ac:chgData name="Danusorn Sitdhirasdr" userId="8e67ab53-f5b1-4c85-9e14-3adaa1819edc" providerId="ADAL" clId="{DD5D3379-CD27-4424-B6E2-6DF34F511267}" dt="2026-01-05T06:44:47.714" v="9136" actId="478"/>
          <ac:spMkLst>
            <pc:docMk/>
            <pc:sldMk cId="1522621439" sldId="2147483583"/>
            <ac:spMk id="7" creationId="{3D629CB2-20DD-22D8-0F12-A1020D3D8EC3}"/>
          </ac:spMkLst>
        </pc:spChg>
      </pc:sldChg>
      <pc:sldChg chg="addSp delSp modSp add del mod">
        <pc:chgData name="Danusorn Sitdhirasdr" userId="8e67ab53-f5b1-4c85-9e14-3adaa1819edc" providerId="ADAL" clId="{DD5D3379-CD27-4424-B6E2-6DF34F511267}" dt="2026-01-05T09:23:50.717" v="10061" actId="47"/>
        <pc:sldMkLst>
          <pc:docMk/>
          <pc:sldMk cId="4254242288" sldId="2147483583"/>
        </pc:sldMkLst>
        <pc:spChg chg="del">
          <ac:chgData name="Danusorn Sitdhirasdr" userId="8e67ab53-f5b1-4c85-9e14-3adaa1819edc" providerId="ADAL" clId="{DD5D3379-CD27-4424-B6E2-6DF34F511267}" dt="2026-01-05T09:19:14.983" v="10014" actId="478"/>
          <ac:spMkLst>
            <pc:docMk/>
            <pc:sldMk cId="4254242288" sldId="2147483583"/>
            <ac:spMk id="2" creationId="{7F66BC0C-BA27-7954-58B1-817C8A31EEA3}"/>
          </ac:spMkLst>
        </pc:spChg>
        <pc:spChg chg="del">
          <ac:chgData name="Danusorn Sitdhirasdr" userId="8e67ab53-f5b1-4c85-9e14-3adaa1819edc" providerId="ADAL" clId="{DD5D3379-CD27-4424-B6E2-6DF34F511267}" dt="2026-01-05T09:19:14.983" v="10014" actId="478"/>
          <ac:spMkLst>
            <pc:docMk/>
            <pc:sldMk cId="4254242288" sldId="2147483583"/>
            <ac:spMk id="3" creationId="{B2DAB12A-156A-7ECB-AE33-E737891F8590}"/>
          </ac:spMkLst>
        </pc:spChg>
        <pc:spChg chg="add del mod">
          <ac:chgData name="Danusorn Sitdhirasdr" userId="8e67ab53-f5b1-4c85-9e14-3adaa1819edc" providerId="ADAL" clId="{DD5D3379-CD27-4424-B6E2-6DF34F511267}" dt="2026-01-05T09:19:17.707" v="10015" actId="478"/>
          <ac:spMkLst>
            <pc:docMk/>
            <pc:sldMk cId="4254242288" sldId="2147483583"/>
            <ac:spMk id="5" creationId="{23DF8E4A-ECB6-8617-C584-380522D4D85F}"/>
          </ac:spMkLst>
        </pc:spChg>
        <pc:spChg chg="add del mod">
          <ac:chgData name="Danusorn Sitdhirasdr" userId="8e67ab53-f5b1-4c85-9e14-3adaa1819edc" providerId="ADAL" clId="{DD5D3379-CD27-4424-B6E2-6DF34F511267}" dt="2026-01-05T09:19:17.707" v="10015" actId="478"/>
          <ac:spMkLst>
            <pc:docMk/>
            <pc:sldMk cId="4254242288" sldId="2147483583"/>
            <ac:spMk id="7" creationId="{AB24BE11-8267-61CB-A830-E95EF2E42590}"/>
          </ac:spMkLst>
        </pc:spChg>
        <pc:spChg chg="add mod">
          <ac:chgData name="Danusorn Sitdhirasdr" userId="8e67ab53-f5b1-4c85-9e14-3adaa1819edc" providerId="ADAL" clId="{DD5D3379-CD27-4424-B6E2-6DF34F511267}" dt="2026-01-05T09:20:28.163" v="10029" actId="1076"/>
          <ac:spMkLst>
            <pc:docMk/>
            <pc:sldMk cId="4254242288" sldId="2147483583"/>
            <ac:spMk id="9" creationId="{15A127B4-FC55-5192-5E5F-21CA5A959A47}"/>
          </ac:spMkLst>
        </pc:spChg>
      </pc:sldChg>
      <pc:sldChg chg="modSp add mod">
        <pc:chgData name="Danusorn Sitdhirasdr" userId="8e67ab53-f5b1-4c85-9e14-3adaa1819edc" providerId="ADAL" clId="{DD5D3379-CD27-4424-B6E2-6DF34F511267}" dt="2026-01-06T01:48:32.262" v="10176" actId="20577"/>
        <pc:sldMkLst>
          <pc:docMk/>
          <pc:sldMk cId="1273927211" sldId="2147483584"/>
        </pc:sldMkLst>
        <pc:spChg chg="mod">
          <ac:chgData name="Danusorn Sitdhirasdr" userId="8e67ab53-f5b1-4c85-9e14-3adaa1819edc" providerId="ADAL" clId="{DD5D3379-CD27-4424-B6E2-6DF34F511267}" dt="2026-01-06T01:48:32.262" v="10176" actId="20577"/>
          <ac:spMkLst>
            <pc:docMk/>
            <pc:sldMk cId="1273927211" sldId="2147483584"/>
            <ac:spMk id="6" creationId="{627FF84A-5674-94B2-A8E7-CBBCD068633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30A1D-EDFB-694B-AB37-9DB3A57C03C2}" type="datetimeFigureOut">
              <a:rPr lang="en-TH" smtClean="0"/>
              <a:t>01/06/2026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F775C-24C1-4C42-81A1-C2E14B62C70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4495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jpe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2D7C-8AF2-CD83-333C-6B67D3D39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660CD-0BD8-0152-070C-ECAAC43B3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8DE04-A742-0B22-1CD4-50A2B0B2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9336B-4206-1959-A6FA-DAC176B2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E92FD-852B-0294-0545-C3FFB4E56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718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7A08-4116-55D3-9578-DF438EA9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BB11-87DD-A9B2-A8D9-DCA670205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DABAD-DA27-6951-8824-5A43E84B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1E8F8-6041-3342-034C-B113C36B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64A52-EA0F-F72B-3DB6-FD9C57FF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2788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D7DF-549F-390C-2858-221BED0C3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BD20D-CCAA-6D6A-08F1-8E7756310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81E1D-54E4-0F57-25A8-E6C503C7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AE263-1492-9D68-5EC0-6CD81CCA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95D9B-C36D-0B08-9243-2C72998A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71467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A7FB-60F5-A681-EC2B-D1DBE63B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EF81-0764-6A5B-A8A5-D6203CEC9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CA8D0-41CC-D22A-8AA0-E8B991F73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006FA-9969-579E-6B36-DF53D883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80AEC-089B-0A8E-94CA-3B0BF57C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AAC5A-D83C-A9AE-00C6-9FCF8575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2364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3E2BA-DE0F-0B8D-DF5A-14BFA25C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16388-52B5-A4B0-5342-5539D3B30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9E761-CAF8-6342-785E-F4D07F6A1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6E577-A6A5-FF97-04EA-9FE2E999F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E034D-BBAC-619C-FCD0-C17D9D00E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E6D37-E174-884D-ECB5-42A8DF63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80FB2F-A910-010C-F119-113C1539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EA28D2-BBB7-00D2-853C-153F319B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983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B9C7-3A8D-6438-58DD-375CEC75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40602-AED2-69E6-C3BC-406A2A8F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71650-9E10-7963-C708-D57889C9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DAFE8-C855-E061-164C-02B5C694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274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A2E53-047A-F489-72B4-D852A0CC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E2814-382C-6C00-9EAD-8F36022D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1D120-9C64-AC99-CD1E-1F0409E3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8501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C817-B354-B68D-6DA5-CEBE9E7C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3201-B88C-5BF1-355E-058C471C4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8C125-A7BC-15FA-6E47-3AB21F7A9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14EDC-2D6F-07E4-3083-A55503E2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3E846-5A7E-45A3-8394-CCDF5685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4E961-0EB1-56A2-CC87-21218EB7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2163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D340-AA73-6FE5-CA45-ABEF490D3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3143C-3430-EEEA-AE7D-94D816891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5779C-9646-C672-2754-281C75529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C45C3-8B16-628F-EA65-05466215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C8557-87F4-B5B2-CE42-F759A34D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0358B-8086-CB18-6761-7A0ED8C9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808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723E-F8CB-CEA1-9C5D-A39D5ABB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D4E9E-5A2D-9BD0-F835-3B5C028EB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B26E9-072B-C330-257A-DFD1111C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724A5-B5DA-53E7-86F3-4625E725D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EA085-E9FE-4378-C141-BB726620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429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3E2636-2D9A-B385-BA10-380FE151F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10867-BFB3-49DE-9BDB-1D7BCE4D1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BED78-61BF-C242-A4A4-67A06267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A7454-663D-DDBD-3ED1-0C2934DC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D9301-8E5D-AF30-3B74-4D522114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973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1" name="Rectangle 11"/>
          <p:cNvSpPr>
            <a:spLocks noChangeArrowheads="1"/>
          </p:cNvSpPr>
          <p:nvPr userDrawn="1"/>
        </p:nvSpPr>
        <p:spPr bwMode="auto">
          <a:xfrm>
            <a:off x="63422" y="1069918"/>
            <a:ext cx="12069998" cy="17830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365104"/>
            <a:ext cx="12192000" cy="762000"/>
          </a:xfrm>
        </p:spPr>
        <p:txBody>
          <a:bodyPr/>
          <a:lstStyle>
            <a:lvl1pPr algn="ctr">
              <a:buNone/>
              <a:defRPr sz="1541" b="1" baseline="0"/>
            </a:lvl1pPr>
            <a:lvl2pPr>
              <a:defRPr sz="1541"/>
            </a:lvl2pPr>
            <a:lvl3pPr>
              <a:defRPr sz="1541"/>
            </a:lvl3pPr>
            <a:lvl4pPr>
              <a:defRPr sz="1541"/>
            </a:lvl4pPr>
            <a:lvl5pPr>
              <a:defRPr sz="1541"/>
            </a:lvl5pPr>
          </a:lstStyle>
          <a:p>
            <a:pPr lvl="0"/>
            <a:r>
              <a:rPr lang="en-US" dirty="0"/>
              <a:t>Click to edit Presenter Name(s)</a:t>
            </a:r>
            <a:endParaRPr lang="th-TH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733256"/>
            <a:ext cx="12192000" cy="381000"/>
          </a:xfrm>
        </p:spPr>
        <p:txBody>
          <a:bodyPr/>
          <a:lstStyle>
            <a:lvl1pPr algn="ctr">
              <a:buNone/>
              <a:defRPr sz="1348"/>
            </a:lvl1pPr>
            <a:lvl2pPr>
              <a:buNone/>
              <a:defRPr sz="1156"/>
            </a:lvl2pPr>
            <a:lvl3pPr>
              <a:buNone/>
              <a:defRPr sz="1156"/>
            </a:lvl3pPr>
            <a:lvl4pPr>
              <a:buNone/>
              <a:defRPr sz="1156"/>
            </a:lvl4pPr>
            <a:lvl5pPr>
              <a:buNone/>
              <a:defRPr sz="1156"/>
            </a:lvl5pPr>
          </a:lstStyle>
          <a:p>
            <a:pPr lvl="0"/>
            <a:r>
              <a:rPr lang="en-US" dirty="0"/>
              <a:t>Click to edit Presentation Date (</a:t>
            </a:r>
            <a:r>
              <a:rPr lang="en-US" dirty="0" err="1"/>
              <a:t>dd</a:t>
            </a:r>
            <a:r>
              <a:rPr lang="en-US" dirty="0"/>
              <a:t>/mm/</a:t>
            </a:r>
            <a:r>
              <a:rPr lang="en-US" dirty="0" err="1"/>
              <a:t>yyyy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0377091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63422" y="2819400"/>
            <a:ext cx="12069998" cy="3048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 dirty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820" y="2981325"/>
            <a:ext cx="10363200" cy="1152000"/>
          </a:xfrm>
        </p:spPr>
        <p:txBody>
          <a:bodyPr anchor="b"/>
          <a:lstStyle>
            <a:lvl1pPr algn="l">
              <a:defRPr sz="2696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820" y="4149082"/>
            <a:ext cx="10363200" cy="1500187"/>
          </a:xfrm>
        </p:spPr>
        <p:txBody>
          <a:bodyPr anchor="t"/>
          <a:lstStyle>
            <a:lvl1pPr marL="330213" indent="-330213">
              <a:buFont typeface="Arial" pitchFamily="34" charset="0"/>
              <a:buChar char="•"/>
              <a:defRPr sz="1926">
                <a:solidFill>
                  <a:schemeClr val="bg1"/>
                </a:solidFill>
              </a:defRPr>
            </a:lvl1pPr>
            <a:lvl2pPr marL="440284" indent="0">
              <a:buNone/>
              <a:defRPr sz="1733"/>
            </a:lvl2pPr>
            <a:lvl3pPr marL="880567" indent="0">
              <a:buNone/>
              <a:defRPr sz="1541"/>
            </a:lvl3pPr>
            <a:lvl4pPr marL="1320851" indent="0">
              <a:buNone/>
              <a:defRPr sz="1348"/>
            </a:lvl4pPr>
            <a:lvl5pPr marL="1761134" indent="0">
              <a:buNone/>
              <a:defRPr sz="1348"/>
            </a:lvl5pPr>
            <a:lvl6pPr marL="2201418" indent="0">
              <a:buNone/>
              <a:defRPr sz="1348"/>
            </a:lvl6pPr>
            <a:lvl7pPr marL="2641702" indent="0">
              <a:buNone/>
              <a:defRPr sz="1348"/>
            </a:lvl7pPr>
            <a:lvl8pPr marL="3081985" indent="0">
              <a:buNone/>
              <a:defRPr sz="1348"/>
            </a:lvl8pPr>
            <a:lvl9pPr marL="3522269" indent="0">
              <a:buNone/>
              <a:defRPr sz="13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/>
          <p:cNvCxnSpPr/>
          <p:nvPr userDrawn="1"/>
        </p:nvCxnSpPr>
        <p:spPr bwMode="auto">
          <a:xfrm>
            <a:off x="719404" y="4149080"/>
            <a:ext cx="1075319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2007949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5"/>
          <p:cNvSpPr>
            <a:spLocks noChangeArrowheads="1"/>
          </p:cNvSpPr>
          <p:nvPr userDrawn="1"/>
        </p:nvSpPr>
        <p:spPr bwMode="auto">
          <a:xfrm>
            <a:off x="63422" y="838200"/>
            <a:ext cx="12069998" cy="36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 dirty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934" y="692696"/>
            <a:ext cx="11921067" cy="6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34" y="1340768"/>
            <a:ext cx="11921067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0081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5"/>
          <p:cNvSpPr>
            <a:spLocks noChangeArrowheads="1"/>
          </p:cNvSpPr>
          <p:nvPr userDrawn="1"/>
        </p:nvSpPr>
        <p:spPr bwMode="auto">
          <a:xfrm>
            <a:off x="63422" y="838200"/>
            <a:ext cx="12069998" cy="36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 dirty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70934" y="692696"/>
            <a:ext cx="11921067" cy="6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93856715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/>
          <p:cNvSpPr>
            <a:spLocks noChangeArrowheads="1"/>
          </p:cNvSpPr>
          <p:nvPr userDrawn="1"/>
        </p:nvSpPr>
        <p:spPr bwMode="auto">
          <a:xfrm>
            <a:off x="63422" y="838200"/>
            <a:ext cx="12069998" cy="36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934" y="692696"/>
            <a:ext cx="11921067" cy="6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0933" y="1368896"/>
            <a:ext cx="5870223" cy="4724400"/>
          </a:xfrm>
        </p:spPr>
        <p:txBody>
          <a:bodyPr/>
          <a:lstStyle>
            <a:lvl1pPr>
              <a:defRPr sz="1926"/>
            </a:lvl1pPr>
            <a:lvl2pPr>
              <a:defRPr sz="1733"/>
            </a:lvl2pPr>
            <a:lvl3pPr>
              <a:defRPr sz="1541"/>
            </a:lvl3pPr>
            <a:lvl4pPr>
              <a:defRPr sz="1348"/>
            </a:lvl4pPr>
            <a:lvl5pPr>
              <a:defRPr sz="1348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1777" y="1368896"/>
            <a:ext cx="5870223" cy="4724400"/>
          </a:xfrm>
        </p:spPr>
        <p:txBody>
          <a:bodyPr/>
          <a:lstStyle>
            <a:lvl1pPr>
              <a:defRPr sz="1926"/>
            </a:lvl1pPr>
            <a:lvl2pPr>
              <a:defRPr sz="1733"/>
            </a:lvl2pPr>
            <a:lvl3pPr>
              <a:defRPr sz="1541"/>
            </a:lvl3pPr>
            <a:lvl4pPr>
              <a:defRPr sz="1348"/>
            </a:lvl4pPr>
            <a:lvl5pPr>
              <a:defRPr sz="1348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69170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63422" y="838200"/>
            <a:ext cx="12069998" cy="36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089" y="692696"/>
            <a:ext cx="11875911" cy="6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089" y="1380010"/>
            <a:ext cx="5779911" cy="639762"/>
          </a:xfrm>
        </p:spPr>
        <p:txBody>
          <a:bodyPr anchor="b"/>
          <a:lstStyle>
            <a:lvl1pPr marL="0" indent="0">
              <a:buNone/>
              <a:defRPr sz="2311" b="1"/>
            </a:lvl1pPr>
            <a:lvl2pPr marL="440284" indent="0">
              <a:buNone/>
              <a:defRPr sz="1926" b="1"/>
            </a:lvl2pPr>
            <a:lvl3pPr marL="880567" indent="0">
              <a:buNone/>
              <a:defRPr sz="1733" b="1"/>
            </a:lvl3pPr>
            <a:lvl4pPr marL="1320851" indent="0">
              <a:buNone/>
              <a:defRPr sz="1541" b="1"/>
            </a:lvl4pPr>
            <a:lvl5pPr marL="1761134" indent="0">
              <a:buNone/>
              <a:defRPr sz="1541" b="1"/>
            </a:lvl5pPr>
            <a:lvl6pPr marL="2201418" indent="0">
              <a:buNone/>
              <a:defRPr sz="1541" b="1"/>
            </a:lvl6pPr>
            <a:lvl7pPr marL="2641702" indent="0">
              <a:buNone/>
              <a:defRPr sz="1541" b="1"/>
            </a:lvl7pPr>
            <a:lvl8pPr marL="3081985" indent="0">
              <a:buNone/>
              <a:defRPr sz="1541" b="1"/>
            </a:lvl8pPr>
            <a:lvl9pPr marL="3522269" indent="0">
              <a:buNone/>
              <a:defRPr sz="1541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6089" y="2019773"/>
            <a:ext cx="5779911" cy="4073525"/>
          </a:xfrm>
        </p:spPr>
        <p:txBody>
          <a:bodyPr/>
          <a:lstStyle>
            <a:lvl1pPr>
              <a:defRPr sz="1926"/>
            </a:lvl1pPr>
            <a:lvl2pPr>
              <a:defRPr sz="1733"/>
            </a:lvl2pPr>
            <a:lvl3pPr>
              <a:defRPr sz="1541"/>
            </a:lvl3pPr>
            <a:lvl4pPr>
              <a:defRPr sz="1348"/>
            </a:lvl4pPr>
            <a:lvl5pPr>
              <a:defRPr sz="1348"/>
            </a:lvl5pPr>
            <a:lvl6pPr>
              <a:defRPr sz="1541"/>
            </a:lvl6pPr>
            <a:lvl7pPr>
              <a:defRPr sz="1541"/>
            </a:lvl7pPr>
            <a:lvl8pPr>
              <a:defRPr sz="1541"/>
            </a:lvl8pPr>
            <a:lvl9pPr>
              <a:defRPr sz="154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6934" y="1380010"/>
            <a:ext cx="5772385" cy="639762"/>
          </a:xfrm>
        </p:spPr>
        <p:txBody>
          <a:bodyPr anchor="b"/>
          <a:lstStyle>
            <a:lvl1pPr marL="0" indent="0">
              <a:buNone/>
              <a:defRPr sz="2311" b="1"/>
            </a:lvl1pPr>
            <a:lvl2pPr marL="440284" indent="0">
              <a:buNone/>
              <a:defRPr sz="1926" b="1"/>
            </a:lvl2pPr>
            <a:lvl3pPr marL="880567" indent="0">
              <a:buNone/>
              <a:defRPr sz="1733" b="1"/>
            </a:lvl3pPr>
            <a:lvl4pPr marL="1320851" indent="0">
              <a:buNone/>
              <a:defRPr sz="1541" b="1"/>
            </a:lvl4pPr>
            <a:lvl5pPr marL="1761134" indent="0">
              <a:buNone/>
              <a:defRPr sz="1541" b="1"/>
            </a:lvl5pPr>
            <a:lvl6pPr marL="2201418" indent="0">
              <a:buNone/>
              <a:defRPr sz="1541" b="1"/>
            </a:lvl6pPr>
            <a:lvl7pPr marL="2641702" indent="0">
              <a:buNone/>
              <a:defRPr sz="1541" b="1"/>
            </a:lvl7pPr>
            <a:lvl8pPr marL="3081985" indent="0">
              <a:buNone/>
              <a:defRPr sz="1541" b="1"/>
            </a:lvl8pPr>
            <a:lvl9pPr marL="3522269" indent="0">
              <a:buNone/>
              <a:defRPr sz="15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6934" y="2019773"/>
            <a:ext cx="5772385" cy="4073525"/>
          </a:xfrm>
        </p:spPr>
        <p:txBody>
          <a:bodyPr/>
          <a:lstStyle>
            <a:lvl1pPr>
              <a:defRPr sz="1926"/>
            </a:lvl1pPr>
            <a:lvl2pPr>
              <a:defRPr sz="1733"/>
            </a:lvl2pPr>
            <a:lvl3pPr>
              <a:defRPr sz="1541"/>
            </a:lvl3pPr>
            <a:lvl4pPr>
              <a:defRPr sz="1348"/>
            </a:lvl4pPr>
            <a:lvl5pPr>
              <a:defRPr sz="1348"/>
            </a:lvl5pPr>
            <a:lvl6pPr>
              <a:defRPr sz="1541"/>
            </a:lvl6pPr>
            <a:lvl7pPr>
              <a:defRPr sz="1541"/>
            </a:lvl7pPr>
            <a:lvl8pPr>
              <a:defRPr sz="1541"/>
            </a:lvl8pPr>
            <a:lvl9pPr>
              <a:defRPr sz="15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5142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 userDrawn="1"/>
        </p:nvSpPr>
        <p:spPr bwMode="auto">
          <a:xfrm>
            <a:off x="63422" y="838200"/>
            <a:ext cx="12069998" cy="36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934" y="692696"/>
            <a:ext cx="11921067" cy="6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47396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5"/>
          <p:cNvSpPr>
            <a:spLocks noChangeArrowheads="1"/>
          </p:cNvSpPr>
          <p:nvPr userDrawn="1"/>
        </p:nvSpPr>
        <p:spPr bwMode="auto">
          <a:xfrm>
            <a:off x="63422" y="2708920"/>
            <a:ext cx="12069998" cy="36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 dirty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70934" y="2564904"/>
            <a:ext cx="11921067" cy="6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70934" y="3140968"/>
            <a:ext cx="11921067" cy="2132112"/>
          </a:xfrm>
        </p:spPr>
        <p:txBody>
          <a:bodyPr/>
          <a:lstStyle>
            <a:lvl1pPr>
              <a:defRPr sz="1733"/>
            </a:lvl1pPr>
            <a:lvl2pPr>
              <a:defRPr sz="1541"/>
            </a:lvl2pPr>
            <a:lvl3pPr>
              <a:defRPr sz="1348"/>
            </a:lvl3pPr>
            <a:lvl4pPr>
              <a:defRPr sz="1348"/>
            </a:lvl4pPr>
            <a:lvl5pPr>
              <a:defRPr sz="1348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25928564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5"/>
          <p:cNvSpPr>
            <a:spLocks noChangeArrowheads="1"/>
          </p:cNvSpPr>
          <p:nvPr userDrawn="1"/>
        </p:nvSpPr>
        <p:spPr bwMode="auto">
          <a:xfrm>
            <a:off x="63422" y="2708920"/>
            <a:ext cx="12069998" cy="36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 dirty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70934" y="2564904"/>
            <a:ext cx="11921067" cy="6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70934" y="3140968"/>
            <a:ext cx="11921067" cy="2132112"/>
          </a:xfrm>
        </p:spPr>
        <p:txBody>
          <a:bodyPr/>
          <a:lstStyle>
            <a:lvl1pPr>
              <a:defRPr sz="1733"/>
            </a:lvl1pPr>
            <a:lvl2pPr>
              <a:defRPr sz="1541"/>
            </a:lvl2pPr>
            <a:lvl3pPr>
              <a:defRPr sz="1348"/>
            </a:lvl3pPr>
            <a:lvl4pPr>
              <a:defRPr sz="1348"/>
            </a:lvl4pPr>
            <a:lvl5pPr>
              <a:defRPr sz="1348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23562243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318" cy="1162050"/>
          </a:xfrm>
        </p:spPr>
        <p:txBody>
          <a:bodyPr anchor="b"/>
          <a:lstStyle>
            <a:lvl1pPr algn="l">
              <a:defRPr sz="1926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676" y="273052"/>
            <a:ext cx="6814726" cy="5853113"/>
          </a:xfrm>
        </p:spPr>
        <p:txBody>
          <a:bodyPr/>
          <a:lstStyle>
            <a:lvl1pPr>
              <a:defRPr sz="3082"/>
            </a:lvl1pPr>
            <a:lvl2pPr>
              <a:defRPr sz="2696"/>
            </a:lvl2pPr>
            <a:lvl3pPr>
              <a:defRPr sz="2311"/>
            </a:lvl3pPr>
            <a:lvl4pPr>
              <a:defRPr sz="1926"/>
            </a:lvl4pPr>
            <a:lvl5pPr>
              <a:defRPr sz="1926"/>
            </a:lvl5pPr>
            <a:lvl6pPr>
              <a:defRPr sz="1926"/>
            </a:lvl6pPr>
            <a:lvl7pPr>
              <a:defRPr sz="1926"/>
            </a:lvl7pPr>
            <a:lvl8pPr>
              <a:defRPr sz="1926"/>
            </a:lvl8pPr>
            <a:lvl9pPr>
              <a:defRPr sz="19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1318" cy="4691063"/>
          </a:xfrm>
        </p:spPr>
        <p:txBody>
          <a:bodyPr/>
          <a:lstStyle>
            <a:lvl1pPr marL="0" indent="0">
              <a:buNone/>
              <a:defRPr sz="1348"/>
            </a:lvl1pPr>
            <a:lvl2pPr marL="440284" indent="0">
              <a:buNone/>
              <a:defRPr sz="1156"/>
            </a:lvl2pPr>
            <a:lvl3pPr marL="880567" indent="0">
              <a:buNone/>
              <a:defRPr sz="963"/>
            </a:lvl3pPr>
            <a:lvl4pPr marL="1320851" indent="0">
              <a:buNone/>
              <a:defRPr sz="867"/>
            </a:lvl4pPr>
            <a:lvl5pPr marL="1761134" indent="0">
              <a:buNone/>
              <a:defRPr sz="867"/>
            </a:lvl5pPr>
            <a:lvl6pPr marL="2201418" indent="0">
              <a:buNone/>
              <a:defRPr sz="867"/>
            </a:lvl6pPr>
            <a:lvl7pPr marL="2641702" indent="0">
              <a:buNone/>
              <a:defRPr sz="867"/>
            </a:lvl7pPr>
            <a:lvl8pPr marL="3081985" indent="0">
              <a:buNone/>
              <a:defRPr sz="867"/>
            </a:lvl8pPr>
            <a:lvl9pPr marL="3522269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23336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82" y="4800600"/>
            <a:ext cx="7315200" cy="566738"/>
          </a:xfrm>
        </p:spPr>
        <p:txBody>
          <a:bodyPr anchor="b"/>
          <a:lstStyle>
            <a:lvl1pPr algn="l">
              <a:defRPr sz="1926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82" y="612775"/>
            <a:ext cx="7315200" cy="4114800"/>
          </a:xfrm>
        </p:spPr>
        <p:txBody>
          <a:bodyPr/>
          <a:lstStyle>
            <a:lvl1pPr marL="0" indent="0">
              <a:buNone/>
              <a:defRPr sz="3082"/>
            </a:lvl1pPr>
            <a:lvl2pPr marL="440284" indent="0">
              <a:buNone/>
              <a:defRPr sz="2696"/>
            </a:lvl2pPr>
            <a:lvl3pPr marL="880567" indent="0">
              <a:buNone/>
              <a:defRPr sz="2311"/>
            </a:lvl3pPr>
            <a:lvl4pPr marL="1320851" indent="0">
              <a:buNone/>
              <a:defRPr sz="1926"/>
            </a:lvl4pPr>
            <a:lvl5pPr marL="1761134" indent="0">
              <a:buNone/>
              <a:defRPr sz="1926"/>
            </a:lvl5pPr>
            <a:lvl6pPr marL="2201418" indent="0">
              <a:buNone/>
              <a:defRPr sz="1926"/>
            </a:lvl6pPr>
            <a:lvl7pPr marL="2641702" indent="0">
              <a:buNone/>
              <a:defRPr sz="1926"/>
            </a:lvl7pPr>
            <a:lvl8pPr marL="3081985" indent="0">
              <a:buNone/>
              <a:defRPr sz="1926"/>
            </a:lvl8pPr>
            <a:lvl9pPr marL="3522269" indent="0">
              <a:buNone/>
              <a:defRPr sz="1926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82" y="5367338"/>
            <a:ext cx="7315200" cy="804862"/>
          </a:xfrm>
        </p:spPr>
        <p:txBody>
          <a:bodyPr/>
          <a:lstStyle>
            <a:lvl1pPr marL="0" indent="0">
              <a:buNone/>
              <a:defRPr sz="1348"/>
            </a:lvl1pPr>
            <a:lvl2pPr marL="440284" indent="0">
              <a:buNone/>
              <a:defRPr sz="1156"/>
            </a:lvl2pPr>
            <a:lvl3pPr marL="880567" indent="0">
              <a:buNone/>
              <a:defRPr sz="963"/>
            </a:lvl3pPr>
            <a:lvl4pPr marL="1320851" indent="0">
              <a:buNone/>
              <a:defRPr sz="867"/>
            </a:lvl4pPr>
            <a:lvl5pPr marL="1761134" indent="0">
              <a:buNone/>
              <a:defRPr sz="867"/>
            </a:lvl5pPr>
            <a:lvl6pPr marL="2201418" indent="0">
              <a:buNone/>
              <a:defRPr sz="867"/>
            </a:lvl6pPr>
            <a:lvl7pPr marL="2641702" indent="0">
              <a:buNone/>
              <a:defRPr sz="867"/>
            </a:lvl7pPr>
            <a:lvl8pPr marL="3081985" indent="0">
              <a:buNone/>
              <a:defRPr sz="867"/>
            </a:lvl8pPr>
            <a:lvl9pPr marL="3522269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404724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5"/>
          <p:cNvSpPr>
            <a:spLocks noChangeArrowheads="1"/>
          </p:cNvSpPr>
          <p:nvPr userDrawn="1"/>
        </p:nvSpPr>
        <p:spPr bwMode="auto">
          <a:xfrm>
            <a:off x="63422" y="838200"/>
            <a:ext cx="12069998" cy="36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934" y="692696"/>
            <a:ext cx="11921067" cy="609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0934" y="1368896"/>
            <a:ext cx="11921067" cy="4724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390219" y="6248402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19109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5"/>
          <p:cNvSpPr>
            <a:spLocks noChangeArrowheads="1"/>
          </p:cNvSpPr>
          <p:nvPr userDrawn="1"/>
        </p:nvSpPr>
        <p:spPr bwMode="auto">
          <a:xfrm>
            <a:off x="10917978" y="838200"/>
            <a:ext cx="981333" cy="5292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sz="2696" b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82489" y="838200"/>
            <a:ext cx="993423" cy="5410200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0935" y="838200"/>
            <a:ext cx="10430933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331095" y="6248402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19806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9331095" y="6232229"/>
            <a:ext cx="2743200" cy="365125"/>
          </a:xfrm>
        </p:spPr>
        <p:txBody>
          <a:bodyPr/>
          <a:lstStyle/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028610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35"/>
          <p:cNvSpPr>
            <a:spLocks noChangeArrowheads="1"/>
          </p:cNvSpPr>
          <p:nvPr userDrawn="1"/>
        </p:nvSpPr>
        <p:spPr bwMode="auto">
          <a:xfrm>
            <a:off x="1" y="-1"/>
            <a:ext cx="12192001" cy="685800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63" dirty="0">
              <a:solidFill>
                <a:prstClr val="black"/>
              </a:solidFill>
              <a:cs typeface="Angsana New" pitchFamily="18" charset="-34"/>
            </a:endParaRPr>
          </a:p>
        </p:txBody>
      </p:sp>
      <p:pic>
        <p:nvPicPr>
          <p:cNvPr id="5" name="Picture 4" descr="Final Kasikorn Logo Green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36" y="1845209"/>
            <a:ext cx="4515897" cy="352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484670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487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60"/>
            <a:ext cx="9144000" cy="1655763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17" indent="0" algn="ctr">
              <a:buNone/>
              <a:defRPr sz="1626"/>
            </a:lvl2pPr>
            <a:lvl3pPr marL="742838" indent="0" algn="ctr">
              <a:buNone/>
              <a:defRPr sz="1544"/>
            </a:lvl3pPr>
            <a:lvl4pPr marL="1114257" indent="0" algn="ctr">
              <a:buNone/>
              <a:defRPr sz="1300"/>
            </a:lvl4pPr>
            <a:lvl5pPr marL="1485676" indent="0" algn="ctr">
              <a:buNone/>
              <a:defRPr sz="1300"/>
            </a:lvl5pPr>
            <a:lvl6pPr marL="1857100" indent="0" algn="ctr">
              <a:buNone/>
              <a:defRPr sz="1300"/>
            </a:lvl6pPr>
            <a:lvl7pPr marL="2228514" indent="0" algn="ctr">
              <a:buNone/>
              <a:defRPr sz="1300"/>
            </a:lvl7pPr>
            <a:lvl8pPr marL="2599929" indent="0" algn="ctr">
              <a:buNone/>
              <a:defRPr sz="1300"/>
            </a:lvl8pPr>
            <a:lvl9pPr marL="2971345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2" y="6356387"/>
            <a:ext cx="2743200" cy="365125"/>
          </a:xfrm>
          <a:prstGeom prst="rect">
            <a:avLst/>
          </a:prstGeom>
        </p:spPr>
        <p:txBody>
          <a:bodyPr lIns="91420" tIns="45718" rIns="91420" bIns="45718"/>
          <a:lstStyle/>
          <a:p>
            <a:pPr defTabSz="742838"/>
            <a:endParaRPr lang="en-US" sz="1544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32" y="6356387"/>
            <a:ext cx="4114800" cy="365125"/>
          </a:xfrm>
          <a:prstGeom prst="rect">
            <a:avLst/>
          </a:prstGeom>
        </p:spPr>
        <p:txBody>
          <a:bodyPr lIns="91420" tIns="45718" rIns="91420" bIns="45718"/>
          <a:lstStyle/>
          <a:p>
            <a:pPr defTabSz="742838"/>
            <a:endParaRPr lang="en-US" sz="1544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42857"/>
            <a:fld id="{EA2F062F-5686-4843-900E-5E2AF19F7DA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742857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929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25401"/>
            <a:ext cx="12192000" cy="8366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th-TH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9pPr>
          </a:lstStyle>
          <a:p>
            <a:pPr marL="0" marR="0" lvl="0" indent="0" algn="l" defTabSz="3857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h-TH" sz="236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ngsana New" pitchFamily="18" charset="-34"/>
            </a:endParaRPr>
          </a:p>
        </p:txBody>
      </p:sp>
      <p:pic>
        <p:nvPicPr>
          <p:cNvPr id="5" name="Picture 11" descr="KB H to powv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597" y="171454"/>
            <a:ext cx="265289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Final Kasikorn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8" y="165100"/>
            <a:ext cx="93886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3" descr="Tab_2013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70638"/>
            <a:ext cx="1219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6"/>
          <p:cNvSpPr>
            <a:spLocks noChangeArrowheads="1"/>
          </p:cNvSpPr>
          <p:nvPr/>
        </p:nvSpPr>
        <p:spPr bwMode="auto">
          <a:xfrm>
            <a:off x="35750" y="14288"/>
            <a:ext cx="12120505" cy="6818312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3857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84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FreesiaUPC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1200"/>
            <a:ext cx="10363200" cy="914400"/>
          </a:xfrm>
        </p:spPr>
        <p:txBody>
          <a:bodyPr/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43200" y="3276600"/>
            <a:ext cx="8534400" cy="533400"/>
          </a:xfrm>
        </p:spPr>
        <p:txBody>
          <a:bodyPr/>
          <a:lstStyle>
            <a:lvl1pPr marL="0" indent="0" algn="r">
              <a:buFontTx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 sz="1013" dirty="0" smtClean="0"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D5BA386F-9221-4D70-B291-C6C3EE7DB944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0987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sz="1800">
                <a:latin typeface="FreesiaUPC" panose="020B0604020202020204" pitchFamily="34" charset="-34"/>
                <a:cs typeface="FreesiaUPC" panose="020B0604020202020204" pitchFamily="34" charset="-34"/>
              </a:defRPr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3A69F35-3540-40BF-AECA-A5F9613E171E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279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319" y="4406948"/>
            <a:ext cx="103632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319" y="2906713"/>
            <a:ext cx="10363200" cy="1500187"/>
          </a:xfrm>
        </p:spPr>
        <p:txBody>
          <a:bodyPr anchor="b"/>
          <a:lstStyle>
            <a:lvl1pPr marL="0" indent="0">
              <a:buNone/>
              <a:defRPr sz="1688"/>
            </a:lvl1pPr>
            <a:lvl2pPr marL="385785" indent="0">
              <a:buNone/>
              <a:defRPr sz="1519"/>
            </a:lvl2pPr>
            <a:lvl3pPr marL="771571" indent="0">
              <a:buNone/>
              <a:defRPr sz="1350"/>
            </a:lvl3pPr>
            <a:lvl4pPr marL="1157356" indent="0">
              <a:buNone/>
              <a:defRPr sz="1181"/>
            </a:lvl4pPr>
            <a:lvl5pPr marL="1543141" indent="0">
              <a:buNone/>
              <a:defRPr sz="1181"/>
            </a:lvl5pPr>
            <a:lvl6pPr marL="1928927" indent="0">
              <a:buNone/>
              <a:defRPr sz="1181"/>
            </a:lvl6pPr>
            <a:lvl7pPr marL="2314712" indent="0">
              <a:buNone/>
              <a:defRPr sz="1181"/>
            </a:lvl7pPr>
            <a:lvl8pPr marL="2700498" indent="0">
              <a:buNone/>
              <a:defRPr sz="1181"/>
            </a:lvl8pPr>
            <a:lvl9pPr marL="3086283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BC263DDC-D353-41A1-9458-7C7547D3D909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9708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28" y="1600200"/>
            <a:ext cx="5396090" cy="4572000"/>
          </a:xfrm>
        </p:spPr>
        <p:txBody>
          <a:bodyPr/>
          <a:lstStyle>
            <a:lvl1pPr>
              <a:defRPr sz="2363"/>
            </a:lvl1pPr>
            <a:lvl2pPr>
              <a:defRPr sz="2025"/>
            </a:lvl2pPr>
            <a:lvl3pPr>
              <a:defRPr sz="1688"/>
            </a:lvl3pPr>
            <a:lvl4pPr>
              <a:defRPr sz="1519"/>
            </a:lvl4pPr>
            <a:lvl5pPr>
              <a:defRPr sz="1519"/>
            </a:lvl5pPr>
            <a:lvl6pPr>
              <a:defRPr sz="1519"/>
            </a:lvl6pPr>
            <a:lvl7pPr>
              <a:defRPr sz="1519"/>
            </a:lvl7pPr>
            <a:lvl8pPr>
              <a:defRPr sz="1519"/>
            </a:lvl8pPr>
            <a:lvl9pPr>
              <a:defRPr sz="15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6339" y="1600200"/>
            <a:ext cx="5396090" cy="4572000"/>
          </a:xfrm>
        </p:spPr>
        <p:txBody>
          <a:bodyPr/>
          <a:lstStyle>
            <a:lvl1pPr>
              <a:defRPr sz="2363"/>
            </a:lvl1pPr>
            <a:lvl2pPr>
              <a:defRPr sz="2025"/>
            </a:lvl2pPr>
            <a:lvl3pPr>
              <a:defRPr sz="1688"/>
            </a:lvl3pPr>
            <a:lvl4pPr>
              <a:defRPr sz="1519"/>
            </a:lvl4pPr>
            <a:lvl5pPr>
              <a:defRPr sz="1519"/>
            </a:lvl5pPr>
            <a:lvl6pPr>
              <a:defRPr sz="1519"/>
            </a:lvl6pPr>
            <a:lvl7pPr>
              <a:defRPr sz="1519"/>
            </a:lvl7pPr>
            <a:lvl8pPr>
              <a:defRPr sz="1519"/>
            </a:lvl8pPr>
            <a:lvl9pPr>
              <a:defRPr sz="15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59930B90-BE95-4D0E-AE83-6289AAFAEC68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2737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57232"/>
            <a:ext cx="10972800" cy="56040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683" cy="639762"/>
          </a:xfrm>
        </p:spPr>
        <p:txBody>
          <a:bodyPr anchor="b"/>
          <a:lstStyle>
            <a:lvl1pPr marL="0" indent="0">
              <a:buNone/>
              <a:defRPr sz="1688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683" cy="3951288"/>
          </a:xfrm>
        </p:spPr>
        <p:txBody>
          <a:bodyPr/>
          <a:lstStyle>
            <a:lvl1pPr>
              <a:defRPr sz="2025"/>
            </a:lvl1pPr>
            <a:lvl2pPr>
              <a:defRPr sz="1688"/>
            </a:lvl2pPr>
            <a:lvl3pPr>
              <a:defRPr sz="1519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850" y="1535113"/>
            <a:ext cx="5388563" cy="639762"/>
          </a:xfrm>
        </p:spPr>
        <p:txBody>
          <a:bodyPr anchor="b"/>
          <a:lstStyle>
            <a:lvl1pPr marL="0" indent="0">
              <a:buNone/>
              <a:defRPr sz="1688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850" y="2174875"/>
            <a:ext cx="5388563" cy="3951288"/>
          </a:xfrm>
        </p:spPr>
        <p:txBody>
          <a:bodyPr/>
          <a:lstStyle>
            <a:lvl1pPr>
              <a:defRPr sz="2025"/>
            </a:lvl1pPr>
            <a:lvl2pPr>
              <a:defRPr sz="1688"/>
            </a:lvl2pPr>
            <a:lvl3pPr>
              <a:defRPr sz="1519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DB5BC486-9371-4EA0-A384-7CE79D117D6A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739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C9DDD7B2-5C53-4777-AD92-DB73D33565F4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548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85794"/>
            <a:ext cx="10989772" cy="571504"/>
          </a:xfrm>
        </p:spPr>
        <p:txBody>
          <a:bodyPr anchor="b"/>
          <a:lstStyle>
            <a:lvl1pPr algn="l">
              <a:defRPr sz="2025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675" y="1428743"/>
            <a:ext cx="6814725" cy="4697427"/>
          </a:xfrm>
        </p:spPr>
        <p:txBody>
          <a:bodyPr/>
          <a:lstStyle>
            <a:lvl1pPr>
              <a:defRPr sz="2700"/>
            </a:lvl1pPr>
            <a:lvl2pPr>
              <a:defRPr sz="2363"/>
            </a:lvl2pPr>
            <a:lvl3pPr>
              <a:defRPr sz="2025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3"/>
            <a:ext cx="4011319" cy="4691063"/>
          </a:xfrm>
        </p:spPr>
        <p:txBody>
          <a:bodyPr/>
          <a:lstStyle>
            <a:lvl1pPr marL="0" indent="0">
              <a:buNone/>
              <a:defRPr sz="1181"/>
            </a:lvl1pPr>
            <a:lvl2pPr marL="385785" indent="0">
              <a:buNone/>
              <a:defRPr sz="1013"/>
            </a:lvl2pPr>
            <a:lvl3pPr marL="771571" indent="0">
              <a:buNone/>
              <a:defRPr sz="844"/>
            </a:lvl3pPr>
            <a:lvl4pPr marL="1157356" indent="0">
              <a:buNone/>
              <a:defRPr sz="759"/>
            </a:lvl4pPr>
            <a:lvl5pPr marL="1543141" indent="0">
              <a:buNone/>
              <a:defRPr sz="759"/>
            </a:lvl5pPr>
            <a:lvl6pPr marL="1928927" indent="0">
              <a:buNone/>
              <a:defRPr sz="759"/>
            </a:lvl6pPr>
            <a:lvl7pPr marL="2314712" indent="0">
              <a:buNone/>
              <a:defRPr sz="759"/>
            </a:lvl7pPr>
            <a:lvl8pPr marL="2700498" indent="0">
              <a:buNone/>
              <a:defRPr sz="759"/>
            </a:lvl8pPr>
            <a:lvl9pPr marL="3086283" indent="0">
              <a:buNone/>
              <a:defRPr sz="7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F21ACDA0-42EA-4CD1-9826-D99BB0E38E02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0561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31CA8654-6C9E-490D-9E2A-F02812DF8284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7529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81" y="4800600"/>
            <a:ext cx="7315200" cy="566738"/>
          </a:xfrm>
        </p:spPr>
        <p:txBody>
          <a:bodyPr anchor="b"/>
          <a:lstStyle>
            <a:lvl1pPr algn="l">
              <a:defRPr sz="1688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81" y="857278"/>
            <a:ext cx="7315200" cy="3870343"/>
          </a:xfrm>
        </p:spPr>
        <p:txBody>
          <a:bodyPr/>
          <a:lstStyle>
            <a:lvl1pPr marL="0" indent="0">
              <a:buNone/>
              <a:defRPr sz="2700"/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pPr lvl="0"/>
            <a:r>
              <a:rPr lang="en-US" noProof="0"/>
              <a:t>Click icon to add picture</a:t>
            </a:r>
            <a:endParaRPr lang="th-TH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81" y="5367338"/>
            <a:ext cx="7315200" cy="804862"/>
          </a:xfrm>
        </p:spPr>
        <p:txBody>
          <a:bodyPr/>
          <a:lstStyle>
            <a:lvl1pPr marL="0" indent="0">
              <a:buNone/>
              <a:defRPr sz="1181"/>
            </a:lvl1pPr>
            <a:lvl2pPr marL="385785" indent="0">
              <a:buNone/>
              <a:defRPr sz="1013"/>
            </a:lvl2pPr>
            <a:lvl3pPr marL="771571" indent="0">
              <a:buNone/>
              <a:defRPr sz="844"/>
            </a:lvl3pPr>
            <a:lvl4pPr marL="1157356" indent="0">
              <a:buNone/>
              <a:defRPr sz="759"/>
            </a:lvl4pPr>
            <a:lvl5pPr marL="1543141" indent="0">
              <a:buNone/>
              <a:defRPr sz="759"/>
            </a:lvl5pPr>
            <a:lvl6pPr marL="1928927" indent="0">
              <a:buNone/>
              <a:defRPr sz="759"/>
            </a:lvl6pPr>
            <a:lvl7pPr marL="2314712" indent="0">
              <a:buNone/>
              <a:defRPr sz="759"/>
            </a:lvl7pPr>
            <a:lvl8pPr marL="2700498" indent="0">
              <a:buNone/>
              <a:defRPr sz="759"/>
            </a:lvl8pPr>
            <a:lvl9pPr marL="3086283" indent="0">
              <a:buNone/>
              <a:defRPr sz="7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ADA14342-8C23-47A6-9BDA-6F3E8EE2F791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79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6B0E515C-C2BC-4C71-9BC7-4BCF4EC8D3BD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0144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2" y="825500"/>
            <a:ext cx="2743200" cy="5346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10" y="825500"/>
            <a:ext cx="8048978" cy="5346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D8A9D947-275E-43F2-930E-D348564EAA66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35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2DD8-56E8-E692-DC2B-04B671EC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5B17E-7DA1-24A3-4F77-FD04B102A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7B13-2620-C710-7E17-18990D4E5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0F6DF-6470-407D-A14A-F077F2778957}" type="datetimeFigureOut">
              <a:rPr lang="th-TH" smtClean="0"/>
              <a:t>06/01/69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AD329-5FA0-8725-052E-735E69BE4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9385-E799-DFFA-B8D9-33201AD7F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4744C-3E95-4F6A-840E-FA50D8E5BEB5}" type="slidenum">
              <a:rPr lang="th-TH" smtClean="0"/>
              <a:t>‹#›</a:t>
            </a:fld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DD5CF-01AA-9B1A-62AA-119D8B8878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95050" y="6530340"/>
            <a:ext cx="8382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th-TH" sz="9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8629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6" descr="Tab_2013B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67463"/>
            <a:ext cx="1219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7" name="Rectangle 33"/>
          <p:cNvSpPr>
            <a:spLocks noGrp="1" noChangeArrowheads="1"/>
          </p:cNvSpPr>
          <p:nvPr>
            <p:ph type="title"/>
          </p:nvPr>
        </p:nvSpPr>
        <p:spPr bwMode="auto">
          <a:xfrm>
            <a:off x="270934" y="838200"/>
            <a:ext cx="1192106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1058" name="Rectangle 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0934" y="1524000"/>
            <a:ext cx="11921067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8" name="Rectangle 56"/>
          <p:cNvSpPr>
            <a:spLocks noChangeArrowheads="1"/>
          </p:cNvSpPr>
          <p:nvPr/>
        </p:nvSpPr>
        <p:spPr bwMode="auto">
          <a:xfrm>
            <a:off x="35750" y="14288"/>
            <a:ext cx="12120503" cy="6818312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963" dirty="0">
              <a:solidFill>
                <a:prstClr val="black"/>
              </a:solidFill>
              <a:cs typeface="Angsana New" pitchFamily="18" charset="-3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331095" y="62322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D1FEF-056A-4448-81B2-6183E8E224CC}" type="slidenum">
              <a:rPr lang="en-US" smtClean="0">
                <a:solidFill>
                  <a:prstClr val="black">
                    <a:tint val="75000"/>
                  </a:prstClr>
                </a:solidFill>
                <a:cs typeface="Angsana New" pitchFamily="18" charset="-34"/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cs typeface="Angsana New" pitchFamily="18" charset="-34"/>
            </a:endParaRPr>
          </a:p>
        </p:txBody>
      </p:sp>
      <p:pic>
        <p:nvPicPr>
          <p:cNvPr id="9" name="Picture 34" descr="KB H to powv10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580" y="168277"/>
            <a:ext cx="2652889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2" descr="Final Kasikorn Logo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1" y="161925"/>
            <a:ext cx="93886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MSIPCMContentMarking" descr="{&quot;HashCode&quot;:-352135089,&quot;Placement&quot;:&quot;Footer&quot;,&quot;Top&quot;:520.68866,&quot;Left&quot;:695.501648,&quot;SlideWidth&quot;:780,&quot;SlideHeight&quot;:540}"/>
          <p:cNvSpPr txBox="1"/>
          <p:nvPr userDrawn="1"/>
        </p:nvSpPr>
        <p:spPr>
          <a:xfrm>
            <a:off x="10871227" y="6666124"/>
            <a:ext cx="1320774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000000"/>
                </a:solidFill>
                <a:latin typeface="Calibri" panose="020F0502020204030204" pitchFamily="34" charset="0"/>
              </a:rPr>
              <a:t>Internal Use Only</a:t>
            </a:r>
            <a:endParaRPr lang="th-TH" sz="9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0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311" b="1">
          <a:solidFill>
            <a:schemeClr val="accent4">
              <a:lumMod val="50000"/>
            </a:schemeClr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311" b="1">
          <a:solidFill>
            <a:schemeClr val="bg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2pPr>
      <a:lvl3pPr algn="l" rtl="0" fontAlgn="base">
        <a:spcBef>
          <a:spcPct val="0"/>
        </a:spcBef>
        <a:spcAft>
          <a:spcPct val="0"/>
        </a:spcAft>
        <a:defRPr sz="2311" b="1">
          <a:solidFill>
            <a:schemeClr val="bg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3pPr>
      <a:lvl4pPr algn="l" rtl="0" fontAlgn="base">
        <a:spcBef>
          <a:spcPct val="0"/>
        </a:spcBef>
        <a:spcAft>
          <a:spcPct val="0"/>
        </a:spcAft>
        <a:defRPr sz="2311" b="1">
          <a:solidFill>
            <a:schemeClr val="bg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4pPr>
      <a:lvl5pPr algn="l" rtl="0" fontAlgn="base">
        <a:spcBef>
          <a:spcPct val="0"/>
        </a:spcBef>
        <a:spcAft>
          <a:spcPct val="0"/>
        </a:spcAft>
        <a:defRPr sz="2311" b="1">
          <a:solidFill>
            <a:schemeClr val="bg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5pPr>
      <a:lvl6pPr marL="440284" algn="l" rtl="0" fontAlgn="base">
        <a:spcBef>
          <a:spcPct val="0"/>
        </a:spcBef>
        <a:spcAft>
          <a:spcPct val="0"/>
        </a:spcAft>
        <a:defRPr sz="2311" b="1">
          <a:solidFill>
            <a:schemeClr val="bg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6pPr>
      <a:lvl7pPr marL="880567" algn="l" rtl="0" fontAlgn="base">
        <a:spcBef>
          <a:spcPct val="0"/>
        </a:spcBef>
        <a:spcAft>
          <a:spcPct val="0"/>
        </a:spcAft>
        <a:defRPr sz="2311" b="1">
          <a:solidFill>
            <a:schemeClr val="bg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7pPr>
      <a:lvl8pPr marL="1320851" algn="l" rtl="0" fontAlgn="base">
        <a:spcBef>
          <a:spcPct val="0"/>
        </a:spcBef>
        <a:spcAft>
          <a:spcPct val="0"/>
        </a:spcAft>
        <a:defRPr sz="2311" b="1">
          <a:solidFill>
            <a:schemeClr val="bg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8pPr>
      <a:lvl9pPr marL="1761134" algn="l" rtl="0" fontAlgn="base">
        <a:spcBef>
          <a:spcPct val="0"/>
        </a:spcBef>
        <a:spcAft>
          <a:spcPct val="0"/>
        </a:spcAft>
        <a:defRPr sz="2311" b="1">
          <a:solidFill>
            <a:schemeClr val="bg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180394" indent="-180394" algn="l" rtl="0" fontAlgn="base">
        <a:spcBef>
          <a:spcPct val="20000"/>
        </a:spcBef>
        <a:spcAft>
          <a:spcPct val="0"/>
        </a:spcAft>
        <a:buChar char="•"/>
        <a:defRPr sz="2311">
          <a:solidFill>
            <a:schemeClr val="tx1"/>
          </a:solidFill>
          <a:latin typeface="+mn-lt"/>
          <a:ea typeface="+mn-ea"/>
          <a:cs typeface="+mn-cs"/>
        </a:defRPr>
      </a:lvl1pPr>
      <a:lvl2pPr marL="639023" indent="-177336" algn="l" rtl="0" fontAlgn="base">
        <a:spcBef>
          <a:spcPct val="20000"/>
        </a:spcBef>
        <a:spcAft>
          <a:spcPct val="0"/>
        </a:spcAft>
        <a:buChar char="–"/>
        <a:defRPr sz="1926">
          <a:solidFill>
            <a:schemeClr val="tx1"/>
          </a:solidFill>
          <a:latin typeface="+mn-lt"/>
          <a:cs typeface="+mn-cs"/>
        </a:defRPr>
      </a:lvl2pPr>
      <a:lvl3pPr marL="1097651" indent="-177336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544050" indent="-220142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1981276" indent="-22014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5pPr>
      <a:lvl6pPr marL="2421560" indent="-22014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861843" indent="-22014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302127" indent="-22014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742411" indent="-220142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1pPr>
      <a:lvl2pPr marL="440284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2pPr>
      <a:lvl3pPr marL="880567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3pPr>
      <a:lvl4pPr marL="1320851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4pPr>
      <a:lvl5pPr marL="1761134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5pPr>
      <a:lvl6pPr marL="2201418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6pPr>
      <a:lvl7pPr marL="2641702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7pPr>
      <a:lvl8pPr marL="3081985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8pPr>
      <a:lvl9pPr marL="3522269" algn="l" defTabSz="880567" rtl="0" eaLnBrk="1" latinLnBrk="0" hangingPunct="1">
        <a:defRPr sz="26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825500"/>
            <a:ext cx="109728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6370" y="6409687"/>
            <a:ext cx="2844800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00" dirty="0" smtClean="0">
                <a:latin typeface="FreesiaUPC" panose="020B0604020202020204" pitchFamily="34" charset="-34"/>
                <a:cs typeface="FreesiaUPC" panose="020B0604020202020204" pitchFamily="34" charset="-34"/>
              </a:defRPr>
            </a:lvl1pPr>
          </a:lstStyle>
          <a:p>
            <a:pPr defTabSz="385785"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5D384BB1-CDE8-4CF9-8ADC-5AA10A6350D9}" type="slidenum">
              <a:rPr lang="en-US" smtClean="0">
                <a:solidFill>
                  <a:srgbClr val="000000"/>
                </a:solidFill>
              </a:rPr>
              <a:pPr defTabSz="385785">
                <a:defRPr/>
              </a:pPr>
              <a:t>‹#›</a:t>
            </a:fld>
            <a:endParaRPr lang="th-TH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white">
          <a:xfrm>
            <a:off x="0" y="25401"/>
            <a:ext cx="12192000" cy="8366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th-TH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Angsana New" pitchFamily="18" charset="-34"/>
              </a:defRPr>
            </a:lvl9pPr>
          </a:lstStyle>
          <a:p>
            <a:pPr marL="0" marR="0" lvl="0" indent="0" algn="l" defTabSz="38578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h-TH" sz="236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ngsana New" pitchFamily="18" charset="-34"/>
            </a:endParaRPr>
          </a:p>
        </p:txBody>
      </p:sp>
      <p:pic>
        <p:nvPicPr>
          <p:cNvPr id="1030" name="Picture 16" descr="KB H to powv1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597" y="171454"/>
            <a:ext cx="265289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17" descr="Final Kasikorn 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8" y="165100"/>
            <a:ext cx="93886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8" descr="Tab_2013B"/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50" t="-1719" r="36049" b="5498"/>
          <a:stretch/>
        </p:blipFill>
        <p:spPr bwMode="auto">
          <a:xfrm>
            <a:off x="4395141" y="6362700"/>
            <a:ext cx="3401719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16175" y="13647"/>
            <a:ext cx="12151467" cy="6832601"/>
          </a:xfrm>
          <a:prstGeom prst="rect">
            <a:avLst/>
          </a:prstGeom>
          <a:noFill/>
          <a:ln w="38100">
            <a:solidFill>
              <a:srgbClr val="FF373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3857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844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FreesiaUPC"/>
            </a:endParaRPr>
          </a:p>
        </p:txBody>
      </p:sp>
      <p:grpSp>
        <p:nvGrpSpPr>
          <p:cNvPr id="10" name="Group 9"/>
          <p:cNvGrpSpPr/>
          <p:nvPr userDrawn="1"/>
        </p:nvGrpSpPr>
        <p:grpSpPr>
          <a:xfrm rot="5400000">
            <a:off x="-4672800" y="3217036"/>
            <a:ext cx="6858001" cy="423929"/>
            <a:chOff x="2554514" y="6922038"/>
            <a:chExt cx="6960360" cy="237594"/>
          </a:xfrm>
        </p:grpSpPr>
        <p:sp>
          <p:nvSpPr>
            <p:cNvPr id="12" name="Rectangle 11"/>
            <p:cNvSpPr/>
            <p:nvPr userDrawn="1"/>
          </p:nvSpPr>
          <p:spPr>
            <a:xfrm>
              <a:off x="2554514" y="6922038"/>
              <a:ext cx="1392072" cy="237594"/>
            </a:xfrm>
            <a:prstGeom prst="rect">
              <a:avLst/>
            </a:prstGeom>
            <a:solidFill>
              <a:srgbClr val="00A9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857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51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FreesiaUPC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3946586" y="6922038"/>
              <a:ext cx="1392072" cy="237594"/>
            </a:xfrm>
            <a:prstGeom prst="rect">
              <a:avLst/>
            </a:prstGeom>
            <a:solidFill>
              <a:srgbClr val="FF37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857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51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FreesiaUPC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730730" y="6922038"/>
              <a:ext cx="1392072" cy="237594"/>
            </a:xfrm>
            <a:prstGeom prst="rect">
              <a:avLst/>
            </a:prstGeom>
            <a:solidFill>
              <a:srgbClr val="8F7E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857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51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FreesiaUPC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8122802" y="6922038"/>
              <a:ext cx="1392072" cy="237594"/>
            </a:xfrm>
            <a:prstGeom prst="rect">
              <a:avLst/>
            </a:prstGeom>
            <a:solidFill>
              <a:srgbClr val="685D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857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51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FreesiaUPC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5338658" y="6922038"/>
              <a:ext cx="1392072" cy="237594"/>
            </a:xfrm>
            <a:prstGeom prst="rect">
              <a:avLst/>
            </a:prstGeom>
            <a:solidFill>
              <a:srgbClr val="DED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857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51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FreesiaUPC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2010DC8-B019-4AEE-3838-E7AF37BFE3B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633201" y="6530340"/>
            <a:ext cx="370651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th-TH" sz="9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00422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" pitchFamily="34" charset="0"/>
          <a:cs typeface="FreesiaUPC" pitchFamily="34" charset="-34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" pitchFamily="34" charset="0"/>
          <a:cs typeface="FreesiaUPC" pitchFamily="34" charset="-34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" pitchFamily="34" charset="0"/>
          <a:cs typeface="FreesiaUPC" pitchFamily="34" charset="-34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" pitchFamily="34" charset="0"/>
          <a:cs typeface="FreesiaUPC" pitchFamily="34" charset="-34"/>
        </a:defRPr>
      </a:lvl5pPr>
      <a:lvl6pPr marL="385785"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" pitchFamily="34" charset="0"/>
          <a:cs typeface="FreesiaUPC" pitchFamily="34" charset="-34"/>
        </a:defRPr>
      </a:lvl6pPr>
      <a:lvl7pPr marL="771571"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" pitchFamily="34" charset="0"/>
          <a:cs typeface="FreesiaUPC" pitchFamily="34" charset="-34"/>
        </a:defRPr>
      </a:lvl7pPr>
      <a:lvl8pPr marL="1157356"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" pitchFamily="34" charset="0"/>
          <a:cs typeface="FreesiaUPC" pitchFamily="34" charset="-34"/>
        </a:defRPr>
      </a:lvl8pPr>
      <a:lvl9pPr marL="1543141" algn="l" rtl="0" eaLnBrk="1" fontAlgn="base" hangingPunct="1">
        <a:spcBef>
          <a:spcPct val="0"/>
        </a:spcBef>
        <a:spcAft>
          <a:spcPct val="0"/>
        </a:spcAft>
        <a:defRPr sz="2025" b="1">
          <a:solidFill>
            <a:schemeClr val="tx1"/>
          </a:solidFill>
          <a:latin typeface="Arial" pitchFamily="34" charset="0"/>
          <a:cs typeface="FreesiaUPC" pitchFamily="34" charset="-34"/>
        </a:defRPr>
      </a:lvl9pPr>
    </p:titleStyle>
    <p:bodyStyle>
      <a:lvl1pPr marL="289339" indent="-289339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26901" indent="-241116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cs typeface="+mn-cs"/>
        </a:defRPr>
      </a:lvl2pPr>
      <a:lvl3pPr marL="964463" indent="-192893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350249" indent="-192893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1736034" indent="-192893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121819" indent="-192893" algn="l" rtl="0" eaLnBrk="1" fontAlgn="base" hangingPunct="1">
        <a:spcBef>
          <a:spcPct val="20000"/>
        </a:spcBef>
        <a:spcAft>
          <a:spcPct val="0"/>
        </a:spcAft>
        <a:buChar char="»"/>
        <a:defRPr sz="1013">
          <a:solidFill>
            <a:schemeClr val="tx1"/>
          </a:solidFill>
          <a:latin typeface="+mn-lt"/>
          <a:cs typeface="+mn-cs"/>
        </a:defRPr>
      </a:lvl6pPr>
      <a:lvl7pPr marL="2507605" indent="-192893" algn="l" rtl="0" eaLnBrk="1" fontAlgn="base" hangingPunct="1">
        <a:spcBef>
          <a:spcPct val="20000"/>
        </a:spcBef>
        <a:spcAft>
          <a:spcPct val="0"/>
        </a:spcAft>
        <a:buChar char="»"/>
        <a:defRPr sz="1013">
          <a:solidFill>
            <a:schemeClr val="tx1"/>
          </a:solidFill>
          <a:latin typeface="+mn-lt"/>
          <a:cs typeface="+mn-cs"/>
        </a:defRPr>
      </a:lvl7pPr>
      <a:lvl8pPr marL="2893390" indent="-192893" algn="l" rtl="0" eaLnBrk="1" fontAlgn="base" hangingPunct="1">
        <a:spcBef>
          <a:spcPct val="20000"/>
        </a:spcBef>
        <a:spcAft>
          <a:spcPct val="0"/>
        </a:spcAft>
        <a:buChar char="»"/>
        <a:defRPr sz="1013">
          <a:solidFill>
            <a:schemeClr val="tx1"/>
          </a:solidFill>
          <a:latin typeface="+mn-lt"/>
          <a:cs typeface="+mn-cs"/>
        </a:defRPr>
      </a:lvl8pPr>
      <a:lvl9pPr marL="3279176" indent="-192893" algn="l" rtl="0" eaLnBrk="1" fontAlgn="base" hangingPunct="1">
        <a:spcBef>
          <a:spcPct val="20000"/>
        </a:spcBef>
        <a:spcAft>
          <a:spcPct val="0"/>
        </a:spcAft>
        <a:buChar char="»"/>
        <a:defRPr sz="1013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advisor/business/software/resource-utilization/?utm_source=chatgpt.com" TargetMode="External"/><Relationship Id="rId2" Type="http://schemas.openxmlformats.org/officeDocument/2006/relationships/hyperlink" Target="https://kpidepot.com/kpi/capacity-utilization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s://searchlib.utcc.ac.th/library/onlinethesis/207096.pdf?utm_source=chatgpt.com" TargetMode="External"/><Relationship Id="rId4" Type="http://schemas.openxmlformats.org/officeDocument/2006/relationships/hyperlink" Target="https://www.tracklabs.in/blog/how-to-manage-capacity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16479"/>
            <a:ext cx="9144000" cy="820103"/>
          </a:xfrm>
        </p:spPr>
        <p:txBody>
          <a:bodyPr>
            <a:norm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sz="40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 Man-Day Utilization Overview (2025)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8520" y="3239544"/>
            <a:ext cx="5394960" cy="905736"/>
          </a:xfrm>
          <a:noFill/>
          <a:ln>
            <a:noFill/>
          </a:ln>
        </p:spPr>
        <p:txBody>
          <a:bodyPr wrap="square" lIns="36000" tIns="36000" rIns="36000" bIns="36000" rtlCol="0">
            <a:no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 evaluate whether a sustainable project utilization of 80–85% is achievable for the team.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987B-7280-4B45-EE2F-2BB364977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A57C0C-52BF-23D6-BD2E-98AF8DE7D43C}"/>
              </a:ext>
            </a:extLst>
          </p:cNvPr>
          <p:cNvSpPr txBox="1"/>
          <p:nvPr/>
        </p:nvSpPr>
        <p:spPr>
          <a:xfrm>
            <a:off x="696000" y="5613008"/>
            <a:ext cx="10800000" cy="4420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>
            <a:defPPr>
              <a:defRPr lang="th-TH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2000">
                <a:solidFill>
                  <a:schemeClr val="bg1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Only adjustable activities provide potential headroom for utilization improvement.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FF84A-5674-94B2-A8E7-CBBCD068633D}"/>
              </a:ext>
            </a:extLst>
          </p:cNvPr>
          <p:cNvSpPr txBox="1"/>
          <p:nvPr/>
        </p:nvSpPr>
        <p:spPr>
          <a:xfrm>
            <a:off x="5995026" y="1975972"/>
            <a:ext cx="5369958" cy="2534916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en-US" sz="2000" dirty="0">
                <a:solidFill>
                  <a:srgbClr val="FF9934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Compulsory (12.5%)</a:t>
            </a: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Leave (non-adjustable) : 8.5%</a:t>
            </a: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 : 4.0%</a:t>
            </a:r>
          </a:p>
          <a:p>
            <a:pPr lvl="1">
              <a:defRPr/>
            </a:pPr>
            <a:endParaRPr lang="en-US" sz="2000" dirty="0">
              <a:solidFill>
                <a:prstClr val="black"/>
              </a:solidFill>
              <a:latin typeface="Aptos Narrow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/>
              <a:tabLst/>
              <a:defRPr/>
            </a:pPr>
            <a:r>
              <a:rPr lang="en-US" sz="2000" dirty="0">
                <a:solidFill>
                  <a:srgbClr val="0000FF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Adjustable (21.8%)</a:t>
            </a: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Meeting : 7.5%</a:t>
            </a: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Engagement &amp; Admin : 8.5%</a:t>
            </a:r>
          </a:p>
          <a:p>
            <a:pPr marL="914400" lvl="1" indent="-457200">
              <a:buFont typeface="+mj-lt"/>
              <a:buAutoNum type="alphaLcParenR"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Waiting / Buffer : 5.8%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F9F5D1-03D2-104A-A567-CBA6D83AC0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42" t="3660" r="8051" b="10391"/>
          <a:stretch>
            <a:fillRect/>
          </a:stretch>
        </p:blipFill>
        <p:spPr>
          <a:xfrm>
            <a:off x="696001" y="2078231"/>
            <a:ext cx="4953686" cy="31130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85671C-2856-E0E7-5C63-13D07AE6D6BE}"/>
              </a:ext>
            </a:extLst>
          </p:cNvPr>
          <p:cNvSpPr txBox="1"/>
          <p:nvPr/>
        </p:nvSpPr>
        <p:spPr>
          <a:xfrm>
            <a:off x="696000" y="531754"/>
            <a:ext cx="10800000" cy="9037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sz="2400" b="1" dirty="0"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Utilization Breakdown: </a:t>
            </a:r>
            <a:r>
              <a:rPr lang="en-US" sz="2400" b="1" dirty="0">
                <a:solidFill>
                  <a:srgbClr val="FF9934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Compulsory</a:t>
            </a:r>
            <a:r>
              <a:rPr lang="en-US" sz="2400" dirty="0"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vs </a:t>
            </a:r>
            <a:r>
              <a:rPr lang="en-US" sz="2400" b="1" dirty="0">
                <a:solidFill>
                  <a:srgbClr val="0000FF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Adjustable</a:t>
            </a:r>
            <a:r>
              <a:rPr lang="en-US" sz="2400" dirty="0"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Activities</a:t>
            </a:r>
          </a:p>
          <a:p>
            <a:pPr lvl="0">
              <a:defRPr/>
            </a:pPr>
            <a:r>
              <a:rPr lang="en-US" sz="2000" dirty="0"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Basis for assessing achievable project utilization</a:t>
            </a:r>
            <a:endParaRPr lang="en-US" sz="2000" dirty="0">
              <a:solidFill>
                <a:prstClr val="black"/>
              </a:solidFill>
              <a:latin typeface="Aptos Narrow" panose="020B0004020202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2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CD3F-34C4-AAA2-8587-AA64F2CB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BC771-5713-75F1-3E16-FF784CC37293}"/>
              </a:ext>
            </a:extLst>
          </p:cNvPr>
          <p:cNvSpPr txBox="1"/>
          <p:nvPr/>
        </p:nvSpPr>
        <p:spPr>
          <a:xfrm>
            <a:off x="696000" y="1997439"/>
            <a:ext cx="10698641" cy="2789409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Aptos Narrow" panose="020B0004020202020204" pitchFamily="34" charset="0"/>
              </a:rPr>
              <a:t>Alternative 1 : Operational Streamlining </a:t>
            </a:r>
          </a:p>
          <a:p>
            <a:pPr lvl="0" indent="358775">
              <a:lnSpc>
                <a:spcPct val="150000"/>
              </a:lnSpc>
              <a:defRPr/>
            </a:pPr>
            <a:r>
              <a:rPr lang="en-US" sz="24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Quantify realistic utilization uplift by optimizing adjustable activities.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Aptos Narrow" panose="020B0004020202020204" pitchFamily="34" charset="0"/>
              </a:rPr>
              <a:t>Alternative 2</a:t>
            </a:r>
            <a:r>
              <a:rPr kumimoji="0" lang="en-US" sz="2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kumimoji="0" lang="en-US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Excluding Leave</a:t>
            </a:r>
          </a:p>
          <a:p>
            <a:pPr marL="358775" lvl="0">
              <a:lnSpc>
                <a:spcPct val="150000"/>
              </a:lnSpc>
              <a:defRPr/>
            </a:pPr>
            <a:r>
              <a:rPr lang="en-US" sz="24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Illustrate the maximum utilization if leave were excluded from the utilization calculation</a:t>
            </a:r>
            <a:endParaRPr kumimoji="0" lang="en-US" sz="2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852171-ABE7-5D5E-2DFD-B7472765073A}"/>
              </a:ext>
            </a:extLst>
          </p:cNvPr>
          <p:cNvSpPr txBox="1"/>
          <p:nvPr/>
        </p:nvSpPr>
        <p:spPr>
          <a:xfrm>
            <a:off x="696000" y="531754"/>
            <a:ext cx="10800000" cy="9037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sz="2400" b="1" dirty="0"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Approach to Assess Achievable Utilization</a:t>
            </a:r>
          </a:p>
          <a:p>
            <a:pPr lvl="0">
              <a:defRPr/>
            </a:pPr>
            <a:r>
              <a:rPr lang="en-US" sz="2000" dirty="0"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 evaluate whether 80–85% project utilization is achievable, we apply the following approach</a:t>
            </a:r>
            <a:endParaRPr lang="en-US" sz="2000" dirty="0">
              <a:solidFill>
                <a:prstClr val="black"/>
              </a:solidFill>
              <a:latin typeface="Aptos Narrow" panose="020B0004020202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680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663F-50FC-FF46-C299-9875B8537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0EB7801-B104-7032-3563-D50ED0AADD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42" t="3660" r="8051" b="10391"/>
          <a:stretch>
            <a:fillRect/>
          </a:stretch>
        </p:blipFill>
        <p:spPr>
          <a:xfrm>
            <a:off x="696000" y="1586632"/>
            <a:ext cx="4953686" cy="31130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13C5A0-3759-89E7-B139-A3F78272F10B}"/>
              </a:ext>
            </a:extLst>
          </p:cNvPr>
          <p:cNvSpPr txBox="1"/>
          <p:nvPr/>
        </p:nvSpPr>
        <p:spPr>
          <a:xfrm>
            <a:off x="6096000" y="1907312"/>
            <a:ext cx="5400000" cy="2428467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Training is a compulsory activity required to sustain productivity and skill relevance.</a:t>
            </a:r>
          </a:p>
          <a:p>
            <a:pPr marL="342900" marR="0" lvl="0" indent="-34290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Average training time is </a:t>
            </a:r>
            <a:r>
              <a:rPr lang="en-US" sz="2000" b="1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43 hours per year</a:t>
            </a: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slightly above bank average (</a:t>
            </a:r>
            <a:r>
              <a:rPr lang="en-US" sz="2000" b="1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41 hours</a:t>
            </a: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This remains below the global benchmark by DJSI </a:t>
            </a:r>
            <a:r>
              <a:rPr lang="en-US" sz="2000" b="1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(~50 hours</a:t>
            </a: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088FC6-3F62-B52F-BB26-B74497BADCDE}"/>
              </a:ext>
            </a:extLst>
          </p:cNvPr>
          <p:cNvSpPr txBox="1"/>
          <p:nvPr/>
        </p:nvSpPr>
        <p:spPr>
          <a:xfrm>
            <a:off x="696000" y="531754"/>
            <a:ext cx="10800000" cy="442035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sz="2400" b="1" dirty="0">
                <a:solidFill>
                  <a:srgbClr val="FF9934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Compulsory Activities </a:t>
            </a:r>
            <a:r>
              <a:rPr lang="en-US" sz="2400" dirty="0">
                <a:solidFill>
                  <a:srgbClr val="FF9934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Training (4%)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A0CBAE-6AD8-C909-A0BA-AE54982F8879}"/>
              </a:ext>
            </a:extLst>
          </p:cNvPr>
          <p:cNvSpPr/>
          <p:nvPr/>
        </p:nvSpPr>
        <p:spPr>
          <a:xfrm>
            <a:off x="696000" y="2979855"/>
            <a:ext cx="1054423" cy="326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3F5F9F-5A5F-E1E4-6361-C3A062D332B2}"/>
              </a:ext>
            </a:extLst>
          </p:cNvPr>
          <p:cNvSpPr txBox="1"/>
          <p:nvPr/>
        </p:nvSpPr>
        <p:spPr>
          <a:xfrm>
            <a:off x="696000" y="5269302"/>
            <a:ext cx="10800000" cy="3804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>
            <a:defPPr>
              <a:defRPr lang="th-TH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2000">
                <a:solidFill>
                  <a:schemeClr val="bg1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Training is appropriately sized and not excessive</a:t>
            </a:r>
          </a:p>
        </p:txBody>
      </p:sp>
    </p:spTree>
    <p:extLst>
      <p:ext uri="{BB962C8B-B14F-4D97-AF65-F5344CB8AC3E}">
        <p14:creationId xmlns:p14="http://schemas.microsoft.com/office/powerpoint/2010/main" val="4164992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A09D-BD32-9BD8-849E-E6C5AAB9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1F62403-5857-4DE0-9081-F5F5009DD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862511"/>
            <a:ext cx="4199666" cy="31329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6E54C7-8D12-31E6-EFA5-1C5CBE943225}"/>
              </a:ext>
            </a:extLst>
          </p:cNvPr>
          <p:cNvSpPr txBox="1"/>
          <p:nvPr/>
        </p:nvSpPr>
        <p:spPr>
          <a:xfrm>
            <a:off x="696000" y="531754"/>
            <a:ext cx="10800000" cy="9037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sz="2400" b="1" dirty="0">
                <a:solidFill>
                  <a:srgbClr val="0000FF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Adjustable Activities </a:t>
            </a:r>
            <a:r>
              <a:rPr lang="en-US" sz="2400" dirty="0">
                <a:solidFill>
                  <a:srgbClr val="0000FF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Meeting (7.5%)</a:t>
            </a:r>
          </a:p>
          <a:p>
            <a:pPr lvl="0">
              <a:defRPr/>
            </a:pPr>
            <a:r>
              <a:rPr lang="en-US" sz="2000" dirty="0"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Structurally required and limited adjustability</a:t>
            </a:r>
            <a:endParaRPr lang="en-US" sz="2000" dirty="0">
              <a:solidFill>
                <a:prstClr val="black"/>
              </a:solidFill>
              <a:latin typeface="Aptos Narrow" panose="020B0004020202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CC4A0-2FBE-1D30-6EC3-4640F9300A83}"/>
              </a:ext>
            </a:extLst>
          </p:cNvPr>
          <p:cNvSpPr txBox="1"/>
          <p:nvPr/>
        </p:nvSpPr>
        <p:spPr>
          <a:xfrm>
            <a:off x="5364480" y="2368493"/>
            <a:ext cx="6131520" cy="2121014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Leads spend more time in meetings due to leadership and coordination responsibilities. </a:t>
            </a:r>
          </a:p>
          <a:p>
            <a:pPr marL="182563" marR="0" lvl="0" indent="-182563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After review, meeting time averages </a:t>
            </a:r>
            <a:r>
              <a:rPr lang="en-US" sz="2000" b="1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~3.1 hours per week</a:t>
            </a: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</a:t>
            </a:r>
          </a:p>
          <a:p>
            <a:pPr marL="182563" marR="0" lvl="0" indent="-182563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This level is </a:t>
            </a:r>
            <a:r>
              <a:rPr lang="en-US" sz="2000" b="1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appropriate</a:t>
            </a: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given functional requirements.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68BA9-C84C-CB57-88A1-07B04824D9D7}"/>
              </a:ext>
            </a:extLst>
          </p:cNvPr>
          <p:cNvSpPr txBox="1"/>
          <p:nvPr/>
        </p:nvSpPr>
        <p:spPr>
          <a:xfrm>
            <a:off x="696000" y="5269302"/>
            <a:ext cx="10800000" cy="3804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>
            <a:defPPr>
              <a:defRPr lang="th-TH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2000">
                <a:solidFill>
                  <a:schemeClr val="bg1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Meeting workload is not adjustable.</a:t>
            </a:r>
          </a:p>
        </p:txBody>
      </p:sp>
    </p:spTree>
    <p:extLst>
      <p:ext uri="{BB962C8B-B14F-4D97-AF65-F5344CB8AC3E}">
        <p14:creationId xmlns:p14="http://schemas.microsoft.com/office/powerpoint/2010/main" val="142813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E9C3-0610-8A3A-098A-46127CD5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44CBD3-8EC8-7F70-C1DD-2070EA0BAE4B}"/>
              </a:ext>
            </a:extLst>
          </p:cNvPr>
          <p:cNvSpPr txBox="1"/>
          <p:nvPr/>
        </p:nvSpPr>
        <p:spPr>
          <a:xfrm>
            <a:off x="696000" y="4282562"/>
            <a:ext cx="522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 managers spend </a:t>
            </a:r>
            <a:r>
              <a:rPr lang="en-US" sz="1600" b="1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~3× more time 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than participants.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</a:t>
            </a:r>
            <a:r>
              <a:rPr lang="en-US" sz="1600" b="1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participant-only model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would reduce engagement utilization from </a:t>
            </a:r>
            <a:r>
              <a:rPr lang="en-US" sz="1600" b="1" dirty="0">
                <a:solidFill>
                  <a:srgbClr val="00B050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4.4%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 </a:t>
            </a:r>
            <a:r>
              <a:rPr lang="en-US" sz="1600" b="1" dirty="0">
                <a:solidFill>
                  <a:srgbClr val="00B050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3.1%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(~30% reduction).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23E721-9B3C-67A9-9137-4C9E9D43AE02}"/>
              </a:ext>
            </a:extLst>
          </p:cNvPr>
          <p:cNvCxnSpPr>
            <a:cxnSpLocks/>
          </p:cNvCxnSpPr>
          <p:nvPr/>
        </p:nvCxnSpPr>
        <p:spPr>
          <a:xfrm>
            <a:off x="6096000" y="1332581"/>
            <a:ext cx="0" cy="485050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401DC7E-9654-6EAC-B1DB-1632B2D51FC2}"/>
              </a:ext>
            </a:extLst>
          </p:cNvPr>
          <p:cNvSpPr txBox="1"/>
          <p:nvPr/>
        </p:nvSpPr>
        <p:spPr>
          <a:xfrm>
            <a:off x="696000" y="5802606"/>
            <a:ext cx="5220000" cy="3804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dirty="0">
                <a:solidFill>
                  <a:schemeClr val="bg1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Achievable reduction: 1.3%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A0EDBA-1D62-B0CF-3AFE-282E475A3C90}"/>
              </a:ext>
            </a:extLst>
          </p:cNvPr>
          <p:cNvSpPr txBox="1"/>
          <p:nvPr/>
        </p:nvSpPr>
        <p:spPr>
          <a:xfrm>
            <a:off x="6276000" y="4262679"/>
            <a:ext cx="522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 reporting 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requires a baseline of </a:t>
            </a:r>
            <a:r>
              <a:rPr lang="en-US" sz="1600" b="1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~0.5 hours 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 week.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translates to </a:t>
            </a:r>
            <a:r>
              <a:rPr lang="en-US" sz="1600" b="1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~1.0 hour (DS) 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r>
              <a:rPr lang="en-US" sz="1600" b="1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~1.5 hours (TL) 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 week for coordination activities (IT, Budget, </a:t>
            </a:r>
            <a:r>
              <a:rPr lang="en-US" sz="160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Training)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60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level is appropriate given functional requirements.</a:t>
            </a:r>
            <a:endParaRPr lang="en-US" sz="1600" dirty="0">
              <a:latin typeface="Aptos Narrow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A6B0E9-A2B6-06C7-ACE8-113514669AD2}"/>
              </a:ext>
            </a:extLst>
          </p:cNvPr>
          <p:cNvSpPr txBox="1"/>
          <p:nvPr/>
        </p:nvSpPr>
        <p:spPr>
          <a:xfrm>
            <a:off x="696000" y="1332581"/>
            <a:ext cx="522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>
            <a:noAutofit/>
          </a:bodyPr>
          <a:lstStyle>
            <a:defPPr>
              <a:defRPr lang="th-TH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Engagement (4.4%)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29B6F-43C6-221E-C816-E985E9EE9C09}"/>
              </a:ext>
            </a:extLst>
          </p:cNvPr>
          <p:cNvSpPr txBox="1"/>
          <p:nvPr/>
        </p:nvSpPr>
        <p:spPr>
          <a:xfrm>
            <a:off x="6276000" y="1332581"/>
            <a:ext cx="522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36000" rIns="36000" bIns="36000" rtlCol="0">
            <a:noAutofit/>
          </a:bodyPr>
          <a:lstStyle>
            <a:defPPr>
              <a:defRPr lang="th-TH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80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Administrative Work (4.1%)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C5491-7F89-3B88-F333-489EB005E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211" y="1840457"/>
            <a:ext cx="2875578" cy="2422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6C8772-ACED-AE05-0886-01F0C8297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449" y="1833754"/>
            <a:ext cx="2869102" cy="2415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36F3A5-1236-20C2-E9ED-1C370AE5BE4C}"/>
              </a:ext>
            </a:extLst>
          </p:cNvPr>
          <p:cNvSpPr txBox="1"/>
          <p:nvPr/>
        </p:nvSpPr>
        <p:spPr>
          <a:xfrm>
            <a:off x="696000" y="531754"/>
            <a:ext cx="10800000" cy="442035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sz="2400" b="1" dirty="0">
                <a:solidFill>
                  <a:srgbClr val="0000FF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Adjustable Activities </a:t>
            </a:r>
            <a:r>
              <a:rPr lang="en-US" sz="2400" dirty="0">
                <a:solidFill>
                  <a:srgbClr val="0000FF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Engagement &amp; Admin work (8.5%)</a:t>
            </a:r>
          </a:p>
        </p:txBody>
      </p:sp>
    </p:spTree>
    <p:extLst>
      <p:ext uri="{BB962C8B-B14F-4D97-AF65-F5344CB8AC3E}">
        <p14:creationId xmlns:p14="http://schemas.microsoft.com/office/powerpoint/2010/main" val="1736808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F844B-2EC1-969B-DB7D-26841C9D1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214353-5610-2822-583E-BB04F76A338E}"/>
              </a:ext>
            </a:extLst>
          </p:cNvPr>
          <p:cNvSpPr txBox="1"/>
          <p:nvPr/>
        </p:nvSpPr>
        <p:spPr>
          <a:xfrm>
            <a:off x="696000" y="531754"/>
            <a:ext cx="10800000" cy="442035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sz="2400" b="1" dirty="0">
                <a:solidFill>
                  <a:srgbClr val="0000FF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Adjustable Activities </a:t>
            </a:r>
            <a:r>
              <a:rPr lang="en-US" sz="2400" dirty="0">
                <a:solidFill>
                  <a:srgbClr val="0000FF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Waiting / Buffer (5.8%)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E0F25464-1A87-F9B7-0573-08904C730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007" y="1751847"/>
            <a:ext cx="5765991" cy="2408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Autofit/>
          </a:bodyPr>
          <a:lstStyle/>
          <a:p>
            <a:pPr marL="182563" lvl="0" indent="-182563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Capacity buffer represents time not pre-allocated to planned delivery work.</a:t>
            </a:r>
          </a:p>
          <a:p>
            <a:pPr marL="182563" lvl="0" indent="-182563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“Industry guidance suggests a </a:t>
            </a:r>
            <a:r>
              <a:rPr kumimoji="0" lang="en-US" altLang="th-T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15–20%</a:t>
            </a: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th-T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buffer</a:t>
            </a: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for knowledge-based roles.”</a:t>
            </a:r>
            <a:r>
              <a:rPr kumimoji="0" lang="th-TH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(</a:t>
            </a:r>
            <a:r>
              <a:rPr lang="th-TH" altLang="th-TH" sz="2000" dirty="0">
                <a:latin typeface="Aptos Narrow" panose="020B0004020202020204" pitchFamily="34" charset="0"/>
                <a:hlinkClick r:id="rId2"/>
              </a:rPr>
              <a:t>kpidepot.com</a:t>
            </a:r>
            <a:r>
              <a:rPr lang="en-US" altLang="th-TH" sz="2000" dirty="0">
                <a:latin typeface="Aptos Narrow" panose="020B0004020202020204" pitchFamily="34" charset="0"/>
              </a:rPr>
              <a:t>, </a:t>
            </a:r>
            <a:r>
              <a:rPr lang="th-TH" altLang="th-TH" sz="2000" dirty="0">
                <a:latin typeface="Aptos Narrow" panose="020B0004020202020204" pitchFamily="34" charset="0"/>
                <a:hlinkClick r:id="rId3"/>
              </a:rPr>
              <a:t>Forbes</a:t>
            </a:r>
            <a:r>
              <a:rPr lang="en-US" altLang="th-TH" sz="2000" dirty="0">
                <a:latin typeface="Aptos Narrow" panose="020B0004020202020204" pitchFamily="34" charset="0"/>
              </a:rPr>
              <a:t>, </a:t>
            </a:r>
            <a:r>
              <a:rPr lang="th-TH" altLang="th-TH" sz="2000" dirty="0">
                <a:latin typeface="Aptos Narrow" panose="020B0004020202020204" pitchFamily="34" charset="0"/>
                <a:hlinkClick r:id="rId4"/>
              </a:rPr>
              <a:t>tracklabs.in</a:t>
            </a:r>
            <a:r>
              <a:rPr lang="en-US" altLang="th-TH" sz="2000" dirty="0">
                <a:latin typeface="Aptos Narrow" panose="020B0004020202020204" pitchFamily="34" charset="0"/>
              </a:rPr>
              <a:t>, </a:t>
            </a:r>
            <a:r>
              <a:rPr lang="th-TH" altLang="th-TH" sz="2000" dirty="0">
                <a:latin typeface="Aptos Narrow" panose="020B0004020202020204" pitchFamily="34" charset="0"/>
                <a:hlinkClick r:id="rId5"/>
              </a:rPr>
              <a:t>SearchLib</a:t>
            </a: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)</a:t>
            </a:r>
            <a:endParaRPr kumimoji="0" lang="th-TH" altLang="th-TH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pPr marL="182563" marR="0" lvl="0" indent="-18256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Current buffer of </a:t>
            </a:r>
            <a:r>
              <a:rPr kumimoji="0" lang="en-US" altLang="th-T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~5.8% </a:t>
            </a: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is </a:t>
            </a:r>
            <a:r>
              <a:rPr kumimoji="0" lang="en-US" altLang="th-T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below industry norms</a:t>
            </a:r>
            <a:r>
              <a:rPr kumimoji="0" lang="en-US" altLang="th-T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.</a:t>
            </a:r>
            <a:endParaRPr kumimoji="0" lang="th-TH" altLang="th-TH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C8C5C-12D9-24F6-8617-9978429876A3}"/>
              </a:ext>
            </a:extLst>
          </p:cNvPr>
          <p:cNvSpPr txBox="1"/>
          <p:nvPr/>
        </p:nvSpPr>
        <p:spPr>
          <a:xfrm>
            <a:off x="696000" y="5223934"/>
            <a:ext cx="10800000" cy="3804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 lIns="36000" tIns="36000" rIns="36000" bIns="36000" rtlCol="0">
            <a:spAutoFit/>
          </a:bodyPr>
          <a:lstStyle>
            <a:defPPr>
              <a:defRPr lang="th-TH"/>
            </a:defPPr>
            <a:lvl1pPr marR="0"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2000">
                <a:solidFill>
                  <a:schemeClr val="bg1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Waiting / Buffer levels do not indicate inefficiency.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6D3DBA-89E8-4D71-9EC3-1FB08D08D9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242" t="3660" r="8051" b="10391"/>
          <a:stretch>
            <a:fillRect/>
          </a:stretch>
        </p:blipFill>
        <p:spPr>
          <a:xfrm>
            <a:off x="696000" y="1586632"/>
            <a:ext cx="4953686" cy="31130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2FF2B8-5979-E071-7C70-7CB60C093DE3}"/>
              </a:ext>
            </a:extLst>
          </p:cNvPr>
          <p:cNvSpPr/>
          <p:nvPr/>
        </p:nvSpPr>
        <p:spPr>
          <a:xfrm>
            <a:off x="2353350" y="1547331"/>
            <a:ext cx="1054423" cy="326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730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71FC-94DD-C607-B3FF-FDB485F56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85D054-2CD6-8A7A-DE7E-3C104DFAE24F}"/>
              </a:ext>
            </a:extLst>
          </p:cNvPr>
          <p:cNvSpPr txBox="1"/>
          <p:nvPr/>
        </p:nvSpPr>
        <p:spPr>
          <a:xfrm>
            <a:off x="696000" y="531754"/>
            <a:ext cx="10800000" cy="442035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lvl="0">
              <a:spcAft>
                <a:spcPts val="120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Utilization Scenarios: </a:t>
            </a:r>
            <a:r>
              <a:rPr lang="en-US" sz="2400" dirty="0">
                <a:solidFill>
                  <a:prstClr val="black"/>
                </a:solidFill>
                <a:latin typeface="Aptos Narrow" panose="020B00040202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Impact on Project &amp; BAU Capacity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C01B1-4317-E46E-F40C-4235D4AA937C}"/>
              </a:ext>
            </a:extLst>
          </p:cNvPr>
          <p:cNvSpPr txBox="1"/>
          <p:nvPr/>
        </p:nvSpPr>
        <p:spPr>
          <a:xfrm>
            <a:off x="696000" y="3250550"/>
            <a:ext cx="5569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Assumption</a:t>
            </a:r>
            <a:r>
              <a:rPr lang="en-US" sz="16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Utilization allocated to Project &amp; BAU changes based on increases or reductions in other activity categories.</a:t>
            </a:r>
            <a:endParaRPr lang="th-TH" sz="1600" dirty="0">
              <a:latin typeface="Aptos Narrow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6776A2-D536-7ABB-7C3F-2A0B259A6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15" y="1202389"/>
            <a:ext cx="5591955" cy="20481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83935BF-4BEB-5EB7-E7AF-7FACFA2C7CD3}"/>
              </a:ext>
            </a:extLst>
          </p:cNvPr>
          <p:cNvSpPr/>
          <p:nvPr/>
        </p:nvSpPr>
        <p:spPr>
          <a:xfrm>
            <a:off x="4377548" y="3014841"/>
            <a:ext cx="566743" cy="2116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BF099F-A134-CC7E-A168-DBA2A1F11496}"/>
              </a:ext>
            </a:extLst>
          </p:cNvPr>
          <p:cNvSpPr/>
          <p:nvPr/>
        </p:nvSpPr>
        <p:spPr>
          <a:xfrm>
            <a:off x="5699073" y="3010487"/>
            <a:ext cx="566743" cy="2116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26CC7-D500-DBF2-E9FA-2088A19C0064}"/>
              </a:ext>
            </a:extLst>
          </p:cNvPr>
          <p:cNvSpPr txBox="1"/>
          <p:nvPr/>
        </p:nvSpPr>
        <p:spPr>
          <a:xfrm>
            <a:off x="696000" y="3835325"/>
            <a:ext cx="10698641" cy="2336656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 marL="358775" lvl="0" indent="-358775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b="1" dirty="0">
                <a:latin typeface="Aptos Narrow" panose="020B0004020202020204" pitchFamily="34" charset="0"/>
              </a:rPr>
              <a:t>Alternative 1 : Operational Streamlining </a:t>
            </a:r>
          </a:p>
          <a:p>
            <a:pPr marL="541338" lvl="0" indent="-182563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reduction of 1.3%</a:t>
            </a:r>
          </a:p>
          <a:p>
            <a:pPr marL="541338" lvl="0" indent="-182563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&amp; BAU utilization increases from 65.8% → 67.1%</a:t>
            </a:r>
          </a:p>
          <a:p>
            <a:pPr marL="358775" indent="-358775">
              <a:lnSpc>
                <a:spcPct val="150000"/>
              </a:lnSpc>
              <a:buFont typeface="+mj-lt"/>
              <a:buAutoNum type="arabicPeriod" startAt="2"/>
              <a:defRPr/>
            </a:pPr>
            <a:r>
              <a:rPr lang="en-US" sz="2000" b="1" dirty="0">
                <a:latin typeface="Aptos Narrow" panose="020B0004020202020204" pitchFamily="34" charset="0"/>
              </a:rPr>
              <a:t>Alternative 2 : Excluding Leave</a:t>
            </a:r>
          </a:p>
          <a:p>
            <a:pPr marL="358775" lvl="0">
              <a:lnSpc>
                <a:spcPct val="150000"/>
              </a:lnSpc>
              <a:defRPr/>
            </a:pPr>
            <a:r>
              <a:rPr lang="en-US" sz="2000" dirty="0">
                <a:solidFill>
                  <a:prstClr val="black"/>
                </a:solidFill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&amp; BAU utilization increases to 73.3%</a:t>
            </a:r>
            <a:endParaRPr kumimoji="0" lang="en-US" sz="20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55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0A12E-A98A-4C88-8441-E1DA23353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6682-D364-F653-9DFB-9EB3B84AD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16479"/>
            <a:ext cx="9144000" cy="820103"/>
          </a:xfrm>
        </p:spPr>
        <p:txBody>
          <a:bodyPr>
            <a:norm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rPr lang="en-US" sz="4000" dirty="0">
                <a:latin typeface="Aptos Narrow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Appendix</a:t>
            </a:r>
            <a:endParaRPr sz="4000" dirty="0">
              <a:latin typeface="Aptos Narrow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0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35A1-2891-2640-24E5-2FADA818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B5E7BFB-7908-B9A1-9816-354BE5135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952688"/>
              </p:ext>
            </p:extLst>
          </p:nvPr>
        </p:nvGraphicFramePr>
        <p:xfrm>
          <a:off x="515686" y="1137925"/>
          <a:ext cx="11160628" cy="468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22">
                  <a:extLst>
                    <a:ext uri="{9D8B030D-6E8A-4147-A177-3AD203B41FA5}">
                      <a16:colId xmlns:a16="http://schemas.microsoft.com/office/drawing/2014/main" val="2716941146"/>
                    </a:ext>
                  </a:extLst>
                </a:gridCol>
                <a:gridCol w="1533622">
                  <a:extLst>
                    <a:ext uri="{9D8B030D-6E8A-4147-A177-3AD203B41FA5}">
                      <a16:colId xmlns:a16="http://schemas.microsoft.com/office/drawing/2014/main" val="3012293430"/>
                    </a:ext>
                  </a:extLst>
                </a:gridCol>
                <a:gridCol w="3478270">
                  <a:extLst>
                    <a:ext uri="{9D8B030D-6E8A-4147-A177-3AD203B41FA5}">
                      <a16:colId xmlns:a16="http://schemas.microsoft.com/office/drawing/2014/main" val="3212373740"/>
                    </a:ext>
                  </a:extLst>
                </a:gridCol>
                <a:gridCol w="4615114">
                  <a:extLst>
                    <a:ext uri="{9D8B030D-6E8A-4147-A177-3AD203B41FA5}">
                      <a16:colId xmlns:a16="http://schemas.microsoft.com/office/drawing/2014/main" val="2301529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กลุ่ม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ประเภท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เงื่อนไข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ตัวอย่าง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033858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Meeting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Management Meeting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ประชุมกับพี่โต้แต่ไม่มี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30939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th-TH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ประชุมกับพี่โต้พร้อมกับ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 </a:t>
                      </a:r>
                      <a:r>
                        <a:rPr lang="th-TH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ยกเว้นคนที่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present </a:t>
                      </a:r>
                      <a:r>
                        <a:rPr lang="th-TH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ให้ลง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MD </a:t>
                      </a:r>
                      <a:r>
                        <a:rPr lang="th-TH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ใน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 </a:t>
                      </a:r>
                      <a:endParaRPr lang="th-TH" sz="12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Application &amp; Transaction Fraud Meeting (Bi-Weekly)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~ 1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ชม.</a:t>
                      </a:r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Digital &amp; Internal Fraud (Bi-Weekly) ~ 1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ชม.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4431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 sz="1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th-TH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ประชุมกับทีม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Portfolio </a:t>
                      </a:r>
                      <a:r>
                        <a:rPr lang="th-TH" sz="1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โดยมีพี่ลักและพี่โต้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DAI Bi-weekly update by Pillar ~ 1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ชม.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2730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Internal Meeting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One-on-one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กับ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Team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Bi-Weekly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หรือทุกเดือน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~ 0.5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ชม.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2536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ประชุมทีมกับพี่นุช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EA Leadership (Weekly) ~ 1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ชม.</a:t>
                      </a:r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 Insight (Weekly) ~ 1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ชม.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อัปเดตงาน (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Bi-Weekly) ~ 0.5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ชม.</a:t>
                      </a:r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4412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General Meeting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ประชุมกับ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Portfolio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ก่อนเข้าไปพบพี่โต้</a:t>
                      </a:r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5298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Engagement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คนจัดกิจกรรม หรือ เข้าร่วมกิจกรรม ให้ใส่ ลง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Engagement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ทั้งหมด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0210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Admin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งานกลางของฝ่าย</a:t>
                      </a:r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งาน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transfer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ระหว่าง คนเก่า คนใหม่ คนออก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งานลงเวลา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man-day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IT-Co, Budget-Co, Training-Co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7345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Slide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ที่ใช้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present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พี่โต้ในโครงการใด </a:t>
                      </a:r>
                      <a:endParaRPr lang="en-US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Internal meeting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ที่เกี่ยวข้องกับ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 </a:t>
                      </a:r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ประชุมอัปเดตงานใน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working team </a:t>
                      </a:r>
                      <a:r>
                        <a:rPr lang="th-TH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ของ </a:t>
                      </a:r>
                      <a:r>
                        <a:rPr lang="en-US" sz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2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42836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2C8BD7C-CCA5-903D-17BD-25B71D428310}"/>
              </a:ext>
            </a:extLst>
          </p:cNvPr>
          <p:cNvSpPr txBox="1"/>
          <p:nvPr/>
        </p:nvSpPr>
        <p:spPr>
          <a:xfrm>
            <a:off x="515686" y="521064"/>
            <a:ext cx="10698641" cy="442035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rtlCol="0">
            <a:spAutoFit/>
          </a:bodyPr>
          <a:lstStyle/>
          <a:p>
            <a:pPr>
              <a:defRPr/>
            </a:pPr>
            <a:r>
              <a:rPr lang="th-TH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เกณฑ์การจัดประเภท</a:t>
            </a:r>
            <a:endParaRPr kumimoji="0" lang="en-US" sz="2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913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4_SoAC PoAC Templat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Custom 4">
      <a:majorFont>
        <a:latin typeface="Calibri"/>
        <a:ea typeface=""/>
        <a:cs typeface="Tahoma"/>
      </a:majorFont>
      <a:minorFont>
        <a:latin typeface="Calibri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1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Template Whi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rowallia New">
      <a:majorFont>
        <a:latin typeface="Browallia New"/>
        <a:ea typeface=""/>
        <a:cs typeface="Browallia New"/>
      </a:majorFont>
      <a:minorFont>
        <a:latin typeface="Browallia New"/>
        <a:ea typeface=""/>
        <a:cs typeface="Browalli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FreesiaUPC" pitchFamily="34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FreesiaUPC" pitchFamily="34" charset="-34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27797</TotalTime>
  <Words>659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Angsana New</vt:lpstr>
      <vt:lpstr>Aptos</vt:lpstr>
      <vt:lpstr>Aptos Display</vt:lpstr>
      <vt:lpstr>Aptos Narrow</vt:lpstr>
      <vt:lpstr>Arial</vt:lpstr>
      <vt:lpstr>Browallia New</vt:lpstr>
      <vt:lpstr>Calibri</vt:lpstr>
      <vt:lpstr>FreesiaUPC</vt:lpstr>
      <vt:lpstr>Tahoma</vt:lpstr>
      <vt:lpstr>Times New Roman</vt:lpstr>
      <vt:lpstr>Office Theme</vt:lpstr>
      <vt:lpstr>4_SoAC PoAC Template</vt:lpstr>
      <vt:lpstr>1_Template White</vt:lpstr>
      <vt:lpstr>EA Man-Day Utilization Overview (2025)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</vt:vector>
  </TitlesOfParts>
  <Company>Kasikornbank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Napat Rattanawat</dc:creator>
  <cp:lastModifiedBy>Danusorn Sitdhirasdr</cp:lastModifiedBy>
  <cp:revision>15</cp:revision>
  <dcterms:created xsi:type="dcterms:W3CDTF">2025-08-22T13:19:41Z</dcterms:created>
  <dcterms:modified xsi:type="dcterms:W3CDTF">2026-01-06T01:49:54Z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fb69f84-6297-413e-8898-68c80577aad3_Enabled">
    <vt:lpwstr>true</vt:lpwstr>
  </property>
  <property fmtid="{D5CDD505-2E9C-101B-9397-08002B2CF9AE}" pid="3" name="MSIP_Label_efb69f84-6297-413e-8898-68c80577aad3_SetDate">
    <vt:lpwstr>2025-08-22T13:38:31Z</vt:lpwstr>
  </property>
  <property fmtid="{D5CDD505-2E9C-101B-9397-08002B2CF9AE}" pid="4" name="MSIP_Label_efb69f84-6297-413e-8898-68c80577aad3_Method">
    <vt:lpwstr>Privileged</vt:lpwstr>
  </property>
  <property fmtid="{D5CDD505-2E9C-101B-9397-08002B2CF9AE}" pid="5" name="MSIP_Label_efb69f84-6297-413e-8898-68c80577aad3_Name">
    <vt:lpwstr>Internal Use Only</vt:lpwstr>
  </property>
  <property fmtid="{D5CDD505-2E9C-101B-9397-08002B2CF9AE}" pid="6" name="MSIP_Label_efb69f84-6297-413e-8898-68c80577aad3_SiteId">
    <vt:lpwstr>8e11df9f-4615-434f-a6c6-8a0cb4ffeb6c</vt:lpwstr>
  </property>
  <property fmtid="{D5CDD505-2E9C-101B-9397-08002B2CF9AE}" pid="7" name="MSIP_Label_efb69f84-6297-413e-8898-68c80577aad3_ActionId">
    <vt:lpwstr>9a2d00b1-de6f-49c7-a994-cdf79b8a54f3</vt:lpwstr>
  </property>
  <property fmtid="{D5CDD505-2E9C-101B-9397-08002B2CF9AE}" pid="8" name="MSIP_Label_efb69f84-6297-413e-8898-68c80577aad3_ContentBits">
    <vt:lpwstr>2</vt:lpwstr>
  </property>
  <property fmtid="{D5CDD505-2E9C-101B-9397-08002B2CF9AE}" pid="9" name="MSIP_Label_efb69f84-6297-413e-8898-68c80577aad3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Use Only</vt:lpwstr>
  </property>
</Properties>
</file>